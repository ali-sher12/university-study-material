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fntdata" ContentType="application/x-fontdata"/>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2.xml.rels" ContentType="application/vnd.openxmlformats-package.relationships+xml"/>
  <Override PartName="/ppt/slideMasters/_rels/slideMaster21.xml.rels" ContentType="application/vnd.openxmlformats-package.relationships+xml"/>
  <Override PartName="/ppt/slideMasters/_rels/slideMaster19.xml.rels" ContentType="application/vnd.openxmlformats-package.relationships+xml"/>
  <Override PartName="/ppt/slideMasters/_rels/slideMaster3.xml.rels" ContentType="application/vnd.openxmlformats-package.relationships+xml"/>
  <Override PartName="/ppt/slideMasters/_rels/slideMaster5.xml.rels" ContentType="application/vnd.openxmlformats-package.relationships+xml"/>
  <Override PartName="/ppt/slideMasters/_rels/slideMaster4.xml.rels" ContentType="application/vnd.openxmlformats-package.relationships+xml"/>
  <Override PartName="/ppt/slideMasters/_rels/slideMaster8.xml.rels" ContentType="application/vnd.openxmlformats-package.relationships+xml"/>
  <Override PartName="/ppt/slideMasters/_rels/slideMaster6.xml.rels" ContentType="application/vnd.openxmlformats-package.relationships+xml"/>
  <Override PartName="/ppt/slideMasters/_rels/slideMaster20.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_rels/slideMaster7.xml.rels" ContentType="application/vnd.openxmlformats-package.relationships+xml"/>
  <Override PartName="/ppt/slideMasters/_rels/slideMaster23.xml.rels" ContentType="application/vnd.openxmlformats-package.relationships+xml"/>
  <Override PartName="/ppt/slideMasters/_rels/slideMaster18.xml.rels" ContentType="application/vnd.openxmlformats-package.relationships+xml"/>
  <Override PartName="/ppt/slideMasters/slideMaster22.xml" ContentType="application/vnd.openxmlformats-officedocument.presentationml.slideMaster+xml"/>
  <Override PartName="/ppt/slideMasters/slideMaster1.xml" ContentType="application/vnd.openxmlformats-officedocument.presentationml.slideMaster+xml"/>
  <Override PartName="/ppt/slideMasters/slideMaster23.xml" ContentType="application/vnd.openxmlformats-officedocument.presentationml.slideMaster+xml"/>
  <Override PartName="/ppt/slideMasters/slideMaster2.xml" ContentType="application/vnd.openxmlformats-officedocument.presentationml.slideMaster+xml"/>
  <Override PartName="/ppt/slideMasters/slideMaster19.xml" ContentType="application/vnd.openxmlformats-officedocument.presentationml.slideMaster+xml"/>
  <Override PartName="/ppt/slideMasters/slideMaster21.xml" ContentType="application/vnd.openxmlformats-officedocument.presentationml.slideMaster+xml"/>
  <Override PartName="/ppt/slideMasters/slideMaster3.xml" ContentType="application/vnd.openxmlformats-officedocument.presentationml.slideMaster+xml"/>
  <Override PartName="/ppt/slideMasters/slideMaster8.xml" ContentType="application/vnd.openxmlformats-officedocument.presentationml.slideMaster+xml"/>
  <Override PartName="/ppt/slideMasters/slideMaster5.xml" ContentType="application/vnd.openxmlformats-officedocument.presentationml.slideMaster+xml"/>
  <Override PartName="/ppt/slideMasters/slideMaster4.xml" ContentType="application/vnd.openxmlformats-officedocument.presentationml.slideMaster+xml"/>
  <Override PartName="/ppt/slideMasters/slideMaster6.xml" ContentType="application/vnd.openxmlformats-officedocument.presentationml.slideMaster+xml"/>
  <Override PartName="/ppt/slideMasters/slideMaster20.xml" ContentType="application/vnd.openxmlformats-officedocument.presentationml.slideMaster+xml"/>
  <Override PartName="/ppt/slideMasters/slideMaster7.xml" ContentType="application/vnd.openxmlformats-officedocument.presentationml.slideMaster+xml"/>
  <Override PartName="/ppt/slideMasters/slideMaster18.xml" ContentType="application/vnd.openxmlformats-officedocument.presentationml.slideMaster+xml"/>
  <Override PartName="/ppt/presProps.xml" ContentType="application/vnd.openxmlformats-officedocument.presentationml.presProps+xml"/>
  <Override PartName="/ppt/media/image13.png" ContentType="image/png"/>
  <Override PartName="/ppt/media/image18.png" ContentType="image/png"/>
  <Override PartName="/ppt/media/image20.png" ContentType="image/png"/>
  <Override PartName="/ppt/media/image17.png" ContentType="image/png"/>
  <Override PartName="/ppt/media/image8.png" ContentType="image/png"/>
  <Override PartName="/ppt/media/image7.png" ContentType="image/png"/>
  <Override PartName="/ppt/media/image16.png" ContentType="image/png"/>
  <Override PartName="/ppt/media/image10.png" ContentType="image/png"/>
  <Override PartName="/ppt/media/image29.png" ContentType="image/png"/>
  <Override PartName="/ppt/media/image15.png" ContentType="image/png"/>
  <Override PartName="/ppt/media/image9.png" ContentType="image/png"/>
  <Override PartName="/ppt/media/image1.png" ContentType="image/png"/>
  <Override PartName="/ppt/media/image6.png" ContentType="image/png"/>
  <Override PartName="/ppt/media/image28.png" ContentType="image/png"/>
  <Override PartName="/ppt/media/image27.png" ContentType="image/png"/>
  <Override PartName="/ppt/media/image11.png" ContentType="image/png"/>
  <Override PartName="/ppt/media/image26.png" ContentType="image/png"/>
  <Override PartName="/ppt/media/image24.png" ContentType="image/png"/>
  <Override PartName="/ppt/media/image22.png" ContentType="image/png"/>
  <Override PartName="/ppt/media/image3.png" ContentType="image/png"/>
  <Override PartName="/ppt/media/image2.png" ContentType="image/png"/>
  <Override PartName="/ppt/media/image25.png" ContentType="image/png"/>
  <Override PartName="/ppt/media/image23.png" ContentType="image/png"/>
  <Override PartName="/ppt/media/image12.png" ContentType="image/png"/>
  <Override PartName="/ppt/media/image21.png" ContentType="image/png"/>
  <Override PartName="/ppt/media/image4.png" ContentType="image/png"/>
  <Override PartName="/ppt/media/image19.png" ContentType="image/png"/>
  <Override PartName="/ppt/media/image14.png" ContentType="image/png"/>
  <Override PartName="/ppt/media/image5.png" ContentType="image/png"/>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theme/theme10.xml" ContentType="application/vnd.openxmlformats-officedocument.theme+xml"/>
  <Override PartName="/ppt/theme/theme24.xml" ContentType="application/vnd.openxmlformats-officedocument.theme+xml"/>
  <Override PartName="/ppt/theme/theme13.xml" ContentType="application/vnd.openxmlformats-officedocument.theme+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9.xml" ContentType="application/vnd.openxmlformats-officedocument.theme+xml"/>
  <Override PartName="/ppt/theme/theme4.xml" ContentType="application/vnd.openxmlformats-officedocument.theme+xml"/>
  <Override PartName="/ppt/theme/theme7.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14.xml" ContentType="application/vnd.openxmlformats-officedocument.theme+xml"/>
  <Override PartName="/ppt/theme/theme8.xml" ContentType="application/vnd.openxmlformats-officedocument.theme+xml"/>
  <Override PartName="/ppt/slideLayouts/slideLayout12.xml" ContentType="application/vnd.openxmlformats-officedocument.presentationml.slideLayout+xml"/>
  <Override PartName="/ppt/slideLayouts/_rels/slideLayout4.xml.rels" ContentType="application/vnd.openxmlformats-package.relationships+xml"/>
  <Override PartName="/ppt/slideLayouts/_rels/slideLayout23.xml.rels" ContentType="application/vnd.openxmlformats-package.relationships+xml"/>
  <Override PartName="/ppt/slideLayouts/_rels/slideLayout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24.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1.xml.rels" ContentType="application/vnd.openxmlformats-package.relationships+xml"/>
  <Override PartName="/ppt/slideLayouts/_rels/slideLayout21.xml.rels" ContentType="application/vnd.openxmlformats-package.relationships+xml"/>
  <Override PartName="/ppt/slideLayouts/_rels/slideLayout13.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10.xml.rels" ContentType="application/vnd.openxmlformats-package.relationships+xml"/>
  <Override PartName="/ppt/slideLayouts/_rels/slideLayout6.xml.rels" ContentType="application/vnd.openxmlformats-package.relationships+xml"/>
  <Override PartName="/ppt/slideLayouts/_rels/slideLayout5.xml.rels" ContentType="application/vnd.openxmlformats-package.relationships+xml"/>
  <Override PartName="/ppt/slideLayouts/_rels/slideLayout12.xml.rels" ContentType="application/vnd.openxmlformats-package.relationships+xml"/>
  <Override PartName="/ppt/slideLayouts/_rels/slideLayout26.xml.rels" ContentType="application/vnd.openxmlformats-package.relationships+xml"/>
  <Override PartName="/ppt/slideLayouts/_rels/slideLayout20.xml.rels" ContentType="application/vnd.openxmlformats-package.relationships+xml"/>
  <Override PartName="/ppt/slideLayouts/_rels/slideLayout25.xml.rels" ContentType="application/vnd.openxmlformats-package.relationships+xml"/>
  <Override PartName="/ppt/slideLayouts/_rels/slideLayout22.xml.rels" ContentType="application/vnd.openxmlformats-package.relationships+xml"/>
  <Override PartName="/ppt/slideLayouts/_rels/slideLayout2.xml.rels" ContentType="application/vnd.openxmlformats-package.relationships+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8.xml" ContentType="application/vnd.openxmlformats-officedocument.presentationml.slideLayout+xml"/>
  <Override PartName="/ppt/slideLayouts/slideLayout25.xml" ContentType="application/vnd.openxmlformats-officedocument.presentationml.slideLayout+xml"/>
  <Override PartName="/ppt/slideLayouts/slideLayout10.xml" ContentType="application/vnd.openxmlformats-officedocument.presentationml.slideLayout+xml"/>
  <Override PartName="/ppt/slideLayouts/slideLayout22.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0.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1.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_rels/slide8.xml.rels" ContentType="application/vnd.openxmlformats-package.relationships+xml"/>
  <Override PartName="/ppt/slides/_rels/slide17.xml.rels" ContentType="application/vnd.openxmlformats-package.relationships+xml"/>
  <Override PartName="/ppt/slides/_rels/slide9.xml.rels" ContentType="application/vnd.openxmlformats-package.relationships+xml"/>
  <Override PartName="/ppt/slides/_rels/slide26.xml.rels" ContentType="application/vnd.openxmlformats-package.relationships+xml"/>
  <Override PartName="/ppt/slides/_rels/slide16.xml.rels" ContentType="application/vnd.openxmlformats-package.relationships+xml"/>
  <Override PartName="/ppt/slides/_rels/slide11.xml.rels" ContentType="application/vnd.openxmlformats-package.relationships+xml"/>
  <Override PartName="/ppt/slides/_rels/slide6.xml.rels" ContentType="application/vnd.openxmlformats-package.relationships+xml"/>
  <Override PartName="/ppt/slides/_rels/slide20.xml.rels" ContentType="application/vnd.openxmlformats-package.relationships+xml"/>
  <Override PartName="/ppt/slides/_rels/slide34.xml.rels" ContentType="application/vnd.openxmlformats-package.relationships+xml"/>
  <Override PartName="/ppt/slides/_rels/slide33.xml.rels" ContentType="application/vnd.openxmlformats-package.relationships+xml"/>
  <Override PartName="/ppt/slides/_rels/slide32.xml.rels" ContentType="application/vnd.openxmlformats-package.relationships+xml"/>
  <Override PartName="/ppt/slides/_rels/slide12.xml.rels" ContentType="application/vnd.openxmlformats-package.relationships+xml"/>
  <Override PartName="/ppt/slides/_rels/slide30.xml.rels" ContentType="application/vnd.openxmlformats-package.relationships+xml"/>
  <Override PartName="/ppt/slides/_rels/slide23.xml.rels" ContentType="application/vnd.openxmlformats-package.relationships+xml"/>
  <Override PartName="/ppt/slides/_rels/slide15.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_rels/slide18.xml.rels" ContentType="application/vnd.openxmlformats-package.relationships+xml"/>
  <Override PartName="/ppt/slides/_rels/slide14.xml.rels" ContentType="application/vnd.openxmlformats-package.relationships+xml"/>
  <Override PartName="/ppt/slides/_rels/slide29.xml.rels" ContentType="application/vnd.openxmlformats-package.relationships+xml"/>
  <Override PartName="/ppt/slides/_rels/slide24.xml.rels" ContentType="application/vnd.openxmlformats-package.relationships+xml"/>
  <Override PartName="/ppt/slides/_rels/slide35.xml.rels" ContentType="application/vnd.openxmlformats-package.relationships+xml"/>
  <Override PartName="/ppt/slides/_rels/slide31.xml.rels" ContentType="application/vnd.openxmlformats-package.relationships+xml"/>
  <Override PartName="/ppt/slides/_rels/slide7.xml.rels" ContentType="application/vnd.openxmlformats-package.relationships+xml"/>
  <Override PartName="/ppt/slides/_rels/slide36.xml.rels" ContentType="application/vnd.openxmlformats-package.relationships+xml"/>
  <Override PartName="/ppt/slides/_rels/slide10.xml.rels" ContentType="application/vnd.openxmlformats-package.relationships+xml"/>
  <Override PartName="/ppt/slides/_rels/slide37.xml.rels" ContentType="application/vnd.openxmlformats-package.relationships+xml"/>
  <Override PartName="/ppt/slides/_rels/slide27.xml.rels" ContentType="application/vnd.openxmlformats-package.relationships+xml"/>
  <Override PartName="/ppt/slides/_rels/slide38.xml.rels" ContentType="application/vnd.openxmlformats-package.relationships+xml"/>
  <Override PartName="/ppt/slides/_rels/slide25.xml.rels" ContentType="application/vnd.openxmlformats-package.relationships+xml"/>
  <Override PartName="/ppt/slides/_rels/slide13.xml.rels" ContentType="application/vnd.openxmlformats-package.relationships+xml"/>
  <Override PartName="/ppt/slides/_rels/slide28.xml.rels" ContentType="application/vnd.openxmlformats-package.relationships+xml"/>
  <Override PartName="/ppt/slides/_rels/slide22.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6.xml" ContentType="application/vnd.openxmlformats-officedocument.presentationml.slide+xml"/>
  <Override PartName="/ppt/slides/slide18.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7.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notesSlides/_rels/notesSlide36.xml.rels" ContentType="application/vnd.openxmlformats-package.relationships+xml"/>
  <Override PartName="/ppt/notesSlides/_rels/notesSlide35.xml.rels" ContentType="application/vnd.openxmlformats-package.relationships+xml"/>
  <Override PartName="/ppt/notesSlides/_rels/notesSlide25.xml.rels" ContentType="application/vnd.openxmlformats-package.relationships+xml"/>
  <Override PartName="/ppt/notesSlides/_rels/notesSlide3.xml.rels" ContentType="application/vnd.openxmlformats-package.relationships+xml"/>
  <Override PartName="/ppt/notesSlides/_rels/notesSlide12.xml.rels" ContentType="application/vnd.openxmlformats-package.relationships+xml"/>
  <Override PartName="/ppt/notesSlides/_rels/notesSlide7.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1.xml.rels" ContentType="application/vnd.openxmlformats-package.relationships+xml"/>
  <Override PartName="/ppt/notesSlides/_rels/notesSlide26.xml.rels" ContentType="application/vnd.openxmlformats-package.relationships+xml"/>
  <Override PartName="/ppt/notesSlides/_rels/notesSlide27.xml.rels" ContentType="application/vnd.openxmlformats-package.relationships+xml"/>
  <Override PartName="/ppt/notesSlides/_rels/notesSlide5.xml.rels" ContentType="application/vnd.openxmlformats-package.relationships+xml"/>
  <Override PartName="/ppt/notesSlides/_rels/notesSlide23.xml.rels" ContentType="application/vnd.openxmlformats-package.relationships+xml"/>
  <Override PartName="/ppt/notesSlides/_rels/notesSlide34.xml.rels" ContentType="application/vnd.openxmlformats-package.relationships+xml"/>
  <Override PartName="/ppt/notesSlides/_rels/notesSlide8.xml.rels" ContentType="application/vnd.openxmlformats-package.relationships+xml"/>
  <Override PartName="/ppt/notesSlides/_rels/notesSlide10.xml.rels" ContentType="application/vnd.openxmlformats-package.relationships+xml"/>
  <Override PartName="/ppt/notesSlides/notesSlide25.xml" ContentType="application/vnd.openxmlformats-officedocument.presentationml.notesSlide+xml"/>
  <Override PartName="/ppt/notesSlides/notesSlide12.xml" ContentType="application/vnd.openxmlformats-officedocument.presentationml.notesSlide+xml"/>
  <Override PartName="/ppt/notesSlides/notesSlide9.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notesSlides/notesSlide1.xml" ContentType="application/vnd.openxmlformats-officedocument.presentationml.notesSlide+xml"/>
  <Override PartName="/ppt/notesSlides/notesSlide34.xml" ContentType="application/vnd.openxmlformats-officedocument.presentationml.notesSlide+xml"/>
  <Override PartName="/ppt/notesSlides/notesSlide10.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notesSlides/notesSlide35.xml" ContentType="application/vnd.openxmlformats-officedocument.presentationml.notesSlide+xml"/>
  <Override PartName="/ppt/notesSlides/notesSlide7.xml" ContentType="application/vnd.openxmlformats-officedocument.presentationml.notesSlide+xml"/>
  <Override PartName="/ppt/notesSlides/notesSlide27.xml" ContentType="application/vnd.openxmlformats-officedocument.presentationml.notesSlide+xml"/>
  <Override PartName="/ppt/notesSlides/notesSlide36.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76" r:id="rId10"/>
    <p:sldMasterId id="2147483678" r:id="rId11"/>
    <p:sldMasterId id="2147483680" r:id="rId12"/>
    <p:sldMasterId id="2147483682" r:id="rId13"/>
    <p:sldMasterId id="2147483684" r:id="rId14"/>
    <p:sldMasterId id="2147483686" r:id="rId15"/>
  </p:sldMasterIdLst>
  <p:notesMasterIdLst>
    <p:notesMasterId r:id="rId16"/>
  </p:notesMasterIdLst>
  <p:sldIdLst>
    <p:sldId id="256" r:id="rId17"/>
    <p:sldId id="257" r:id="rId18"/>
    <p:sldId id="258" r:id="rId19"/>
    <p:sldId id="259" r:id="rId20"/>
    <p:sldId id="260" r:id="rId21"/>
    <p:sldId id="261" r:id="rId22"/>
    <p:sldId id="262" r:id="rId23"/>
    <p:sldId id="263" r:id="rId24"/>
    <p:sldId id="264" r:id="rId25"/>
    <p:sldId id="265" r:id="rId26"/>
    <p:sldId id="266" r:id="rId27"/>
    <p:sldId id="267" r:id="rId28"/>
    <p:sldId id="268" r:id="rId29"/>
    <p:sldId id="269" r:id="rId30"/>
    <p:sldId id="270" r:id="rId31"/>
    <p:sldId id="271" r:id="rId32"/>
    <p:sldId id="272" r:id="rId33"/>
    <p:sldId id="273" r:id="rId34"/>
    <p:sldId id="274" r:id="rId35"/>
    <p:sldId id="275" r:id="rId36"/>
    <p:sldId id="276" r:id="rId37"/>
    <p:sldId id="277" r:id="rId38"/>
    <p:sldId id="278" r:id="rId39"/>
    <p:sldId id="279" r:id="rId40"/>
    <p:sldId id="280" r:id="rId41"/>
    <p:sldId id="281" r:id="rId42"/>
    <p:sldId id="282" r:id="rId43"/>
    <p:sldId id="283" r:id="rId44"/>
    <p:sldId id="284" r:id="rId45"/>
    <p:sldId id="285" r:id="rId46"/>
    <p:sldId id="286" r:id="rId47"/>
    <p:sldId id="287" r:id="rId48"/>
    <p:sldId id="288" r:id="rId49"/>
    <p:sldId id="289" r:id="rId50"/>
    <p:sldId id="290" r:id="rId51"/>
    <p:sldId id="291" r:id="rId52"/>
    <p:sldId id="292" r:id="rId53"/>
    <p:sldId id="293" r:id="rId54"/>
  </p:sldIdLst>
  <p:sldSz cx="9144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18.xml"/><Relationship Id="rId11" Type="http://schemas.openxmlformats.org/officeDocument/2006/relationships/slideMaster" Target="slideMasters/slideMaster19.xml"/><Relationship Id="rId12" Type="http://schemas.openxmlformats.org/officeDocument/2006/relationships/slideMaster" Target="slideMasters/slideMaster20.xml"/><Relationship Id="rId13" Type="http://schemas.openxmlformats.org/officeDocument/2006/relationships/slideMaster" Target="slideMasters/slideMaster21.xml"/><Relationship Id="rId14" Type="http://schemas.openxmlformats.org/officeDocument/2006/relationships/slideMaster" Target="slideMasters/slideMaster22.xml"/><Relationship Id="rId15" Type="http://schemas.openxmlformats.org/officeDocument/2006/relationships/slideMaster" Target="slideMasters/slideMaster23.xml"/><Relationship Id="rId16" Type="http://schemas.openxmlformats.org/officeDocument/2006/relationships/notesMaster" Target="notesMasters/notesMaster1.xml"/><Relationship Id="rId17" Type="http://schemas.openxmlformats.org/officeDocument/2006/relationships/slide" Target="slides/slide1.xml"/><Relationship Id="rId18" Type="http://schemas.openxmlformats.org/officeDocument/2006/relationships/slide" Target="slides/slide2.xml"/><Relationship Id="rId19" Type="http://schemas.openxmlformats.org/officeDocument/2006/relationships/slide" Target="slides/slide3.xml"/><Relationship Id="rId20" Type="http://schemas.openxmlformats.org/officeDocument/2006/relationships/slide" Target="slides/slide4.xml"/><Relationship Id="rId21" Type="http://schemas.openxmlformats.org/officeDocument/2006/relationships/slide" Target="slides/slide5.xml"/><Relationship Id="rId22" Type="http://schemas.openxmlformats.org/officeDocument/2006/relationships/slide" Target="slides/slide6.xml"/><Relationship Id="rId23" Type="http://schemas.openxmlformats.org/officeDocument/2006/relationships/slide" Target="slides/slide7.xml"/><Relationship Id="rId24" Type="http://schemas.openxmlformats.org/officeDocument/2006/relationships/slide" Target="slides/slide8.xml"/><Relationship Id="rId25" Type="http://schemas.openxmlformats.org/officeDocument/2006/relationships/slide" Target="slides/slide9.xml"/><Relationship Id="rId26" Type="http://schemas.openxmlformats.org/officeDocument/2006/relationships/slide" Target="slides/slide10.xml"/><Relationship Id="rId27" Type="http://schemas.openxmlformats.org/officeDocument/2006/relationships/slide" Target="slides/slide11.xml"/><Relationship Id="rId28" Type="http://schemas.openxmlformats.org/officeDocument/2006/relationships/slide" Target="slides/slide12.xml"/><Relationship Id="rId29" Type="http://schemas.openxmlformats.org/officeDocument/2006/relationships/slide" Target="slides/slide13.xml"/><Relationship Id="rId30" Type="http://schemas.openxmlformats.org/officeDocument/2006/relationships/slide" Target="slides/slide14.xml"/><Relationship Id="rId31" Type="http://schemas.openxmlformats.org/officeDocument/2006/relationships/slide" Target="slides/slide15.xml"/><Relationship Id="rId32" Type="http://schemas.openxmlformats.org/officeDocument/2006/relationships/slide" Target="slides/slide16.xml"/><Relationship Id="rId33" Type="http://schemas.openxmlformats.org/officeDocument/2006/relationships/slide" Target="slides/slide17.xml"/><Relationship Id="rId34" Type="http://schemas.openxmlformats.org/officeDocument/2006/relationships/slide" Target="slides/slide18.xml"/><Relationship Id="rId35" Type="http://schemas.openxmlformats.org/officeDocument/2006/relationships/slide" Target="slides/slide19.xml"/><Relationship Id="rId36" Type="http://schemas.openxmlformats.org/officeDocument/2006/relationships/slide" Target="slides/slide20.xml"/><Relationship Id="rId37" Type="http://schemas.openxmlformats.org/officeDocument/2006/relationships/slide" Target="slides/slide21.xml"/><Relationship Id="rId38" Type="http://schemas.openxmlformats.org/officeDocument/2006/relationships/slide" Target="slides/slide22.xml"/><Relationship Id="rId39" Type="http://schemas.openxmlformats.org/officeDocument/2006/relationships/slide" Target="slides/slide23.xml"/><Relationship Id="rId40" Type="http://schemas.openxmlformats.org/officeDocument/2006/relationships/slide" Target="slides/slide24.xml"/><Relationship Id="rId41" Type="http://schemas.openxmlformats.org/officeDocument/2006/relationships/slide" Target="slides/slide25.xml"/><Relationship Id="rId42" Type="http://schemas.openxmlformats.org/officeDocument/2006/relationships/slide" Target="slides/slide26.xml"/><Relationship Id="rId43" Type="http://schemas.openxmlformats.org/officeDocument/2006/relationships/slide" Target="slides/slide27.xml"/><Relationship Id="rId44" Type="http://schemas.openxmlformats.org/officeDocument/2006/relationships/slide" Target="slides/slide28.xml"/><Relationship Id="rId45" Type="http://schemas.openxmlformats.org/officeDocument/2006/relationships/slide" Target="slides/slide29.xml"/><Relationship Id="rId46" Type="http://schemas.openxmlformats.org/officeDocument/2006/relationships/slide" Target="slides/slide30.xml"/><Relationship Id="rId47" Type="http://schemas.openxmlformats.org/officeDocument/2006/relationships/slide" Target="slides/slide31.xml"/><Relationship Id="rId48" Type="http://schemas.openxmlformats.org/officeDocument/2006/relationships/slide" Target="slides/slide32.xml"/><Relationship Id="rId49" Type="http://schemas.openxmlformats.org/officeDocument/2006/relationships/slide" Target="slides/slide33.xml"/><Relationship Id="rId50" Type="http://schemas.openxmlformats.org/officeDocument/2006/relationships/slide" Target="slides/slide34.xml"/><Relationship Id="rId51" Type="http://schemas.openxmlformats.org/officeDocument/2006/relationships/slide" Target="slides/slide35.xml"/><Relationship Id="rId52" Type="http://schemas.openxmlformats.org/officeDocument/2006/relationships/slide" Target="slides/slide36.xml"/><Relationship Id="rId53" Type="http://schemas.openxmlformats.org/officeDocument/2006/relationships/slide" Target="slides/slide37.xml"/><Relationship Id="rId54" Type="http://schemas.openxmlformats.org/officeDocument/2006/relationships/slide" Target="slides/slide38.xml"/><Relationship Id="rId5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sldImg"/>
          </p:nvPr>
        </p:nvSpPr>
        <p:spPr>
          <a:xfrm>
            <a:off x="0" y="764280"/>
            <a:ext cx="0" cy="0"/>
          </a:xfrm>
          <a:prstGeom prst="rect">
            <a:avLst/>
          </a:prstGeom>
          <a:noFill/>
          <a:ln w="0">
            <a:noFill/>
          </a:ln>
        </p:spPr>
        <p:txBody>
          <a:bodyPr lIns="0" rIns="0" tIns="0" bIns="0" anchor="ctr">
            <a:noAutofit/>
          </a:bodyPr>
          <a:p>
            <a:pPr algn="ctr"/>
            <a:r>
              <a:rPr b="0" lang="en-US" sz="4400" strike="noStrike" u="none">
                <a:solidFill>
                  <a:srgbClr val="000000"/>
                </a:solidFill>
                <a:effectLst/>
                <a:uFillTx/>
                <a:latin typeface="Arial"/>
              </a:rPr>
              <a:t>Click to move the slide</a:t>
            </a:r>
            <a:endParaRPr b="0" lang="en-US" sz="4400" strike="noStrike" u="none">
              <a:solidFill>
                <a:srgbClr val="000000"/>
              </a:solidFill>
              <a:effectLst/>
              <a:uFillTx/>
              <a:latin typeface="Arial"/>
            </a:endParaRPr>
          </a:p>
        </p:txBody>
      </p:sp>
      <p:sp>
        <p:nvSpPr>
          <p:cNvPr id="153" name="PlaceHolder 2"/>
          <p:cNvSpPr>
            <a:spLocks noGrp="1"/>
          </p:cNvSpPr>
          <p:nvPr>
            <p:ph type="body"/>
          </p:nvPr>
        </p:nvSpPr>
        <p:spPr>
          <a:xfrm>
            <a:off x="777240" y="4777560"/>
            <a:ext cx="6217560" cy="4525920"/>
          </a:xfrm>
          <a:prstGeom prst="rect">
            <a:avLst/>
          </a:prstGeom>
          <a:noFill/>
          <a:ln w="0">
            <a:noFill/>
          </a:ln>
        </p:spPr>
        <p:txBody>
          <a:bodyPr lIns="0" rIns="0" tIns="0" bIns="0" anchor="t">
            <a:noAutofit/>
          </a:bodyPr>
          <a:p>
            <a:pPr indent="0">
              <a:buNone/>
            </a:pPr>
            <a:r>
              <a:rPr b="0" lang="en-US" sz="2000" strike="noStrike" u="none">
                <a:solidFill>
                  <a:srgbClr val="000000"/>
                </a:solidFill>
                <a:effectLst/>
                <a:uFillTx/>
                <a:latin typeface="Arial"/>
              </a:rPr>
              <a:t>Click to edit the notes format</a:t>
            </a:r>
            <a:endParaRPr b="0" lang="en-US" sz="2000" strike="noStrike" u="none">
              <a:solidFill>
                <a:srgbClr val="000000"/>
              </a:solidFill>
              <a:effectLst/>
              <a:uFillTx/>
              <a:latin typeface="Arial"/>
            </a:endParaRPr>
          </a:p>
        </p:txBody>
      </p:sp>
      <p:sp>
        <p:nvSpPr>
          <p:cNvPr id="154" name="PlaceHolder 3"/>
          <p:cNvSpPr>
            <a:spLocks noGrp="1"/>
          </p:cNvSpPr>
          <p:nvPr>
            <p:ph type="hdr"/>
          </p:nvPr>
        </p:nvSpPr>
        <p:spPr>
          <a:xfrm>
            <a:off x="0" y="0"/>
            <a:ext cx="3372840" cy="502560"/>
          </a:xfrm>
          <a:prstGeom prst="rect">
            <a:avLst/>
          </a:prstGeom>
          <a:noFill/>
          <a:ln w="0">
            <a:noFill/>
          </a:ln>
        </p:spPr>
        <p:txBody>
          <a:bodyPr lIns="0" rIns="0" tIns="0" bIns="0" anchor="t">
            <a:noAutofit/>
          </a:bodyPr>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155" name="PlaceHolder 4"/>
          <p:cNvSpPr>
            <a:spLocks noGrp="1"/>
          </p:cNvSpPr>
          <p:nvPr>
            <p:ph type="dt" idx="79"/>
          </p:nvPr>
        </p:nvSpPr>
        <p:spPr>
          <a:xfrm>
            <a:off x="4399200" y="0"/>
            <a:ext cx="3372840" cy="502560"/>
          </a:xfrm>
          <a:prstGeom prst="rect">
            <a:avLst/>
          </a:prstGeom>
          <a:noFill/>
          <a:ln w="0">
            <a:noFill/>
          </a:ln>
        </p:spPr>
        <p:txBody>
          <a:bodyPr lIns="0" rIns="0" tIns="0" bIns="0" anchor="t">
            <a:noAutofit/>
          </a:bodyPr>
          <a:lstStyle>
            <a:lvl1pPr indent="0" algn="r">
              <a:buNone/>
              <a:defRPr b="0" lang="en-US" sz="1400" strike="noStrike" u="none">
                <a:solidFill>
                  <a:srgbClr val="000000"/>
                </a:solidFill>
                <a:effectLst/>
                <a:uFillTx/>
                <a:latin typeface="Times New Roman"/>
              </a:defRPr>
            </a:lvl1pPr>
          </a:lstStyle>
          <a:p>
            <a:pPr indent="0" algn="r">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156" name="PlaceHolder 5"/>
          <p:cNvSpPr>
            <a:spLocks noGrp="1"/>
          </p:cNvSpPr>
          <p:nvPr>
            <p:ph type="ftr" idx="80"/>
          </p:nvPr>
        </p:nvSpPr>
        <p:spPr>
          <a:xfrm>
            <a:off x="0" y="9555480"/>
            <a:ext cx="3372840" cy="502560"/>
          </a:xfrm>
          <a:prstGeom prst="rect">
            <a:avLst/>
          </a:prstGeom>
          <a:noFill/>
          <a:ln w="0">
            <a:noFill/>
          </a:ln>
        </p:spPr>
        <p:txBody>
          <a:bodyPr lIns="0" rIns="0" tIns="0" bIns="0" anchor="b">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157" name="PlaceHolder 6"/>
          <p:cNvSpPr>
            <a:spLocks noGrp="1"/>
          </p:cNvSpPr>
          <p:nvPr>
            <p:ph type="sldNum" idx="81"/>
          </p:nvPr>
        </p:nvSpPr>
        <p:spPr>
          <a:xfrm>
            <a:off x="4399200" y="9555480"/>
            <a:ext cx="3372840" cy="502560"/>
          </a:xfrm>
          <a:prstGeom prst="rect">
            <a:avLst/>
          </a:prstGeom>
          <a:noFill/>
          <a:ln w="0">
            <a:noFill/>
          </a:ln>
        </p:spPr>
        <p:txBody>
          <a:bodyPr lIns="0" rIns="0" tIns="0" bIns="0" anchor="b">
            <a:noAutofit/>
          </a:bodyPr>
          <a:lstStyle>
            <a:lvl1pPr indent="0" algn="r">
              <a:buNone/>
              <a:defRPr b="0" lang="en-US" sz="1400" strike="noStrike" u="none">
                <a:solidFill>
                  <a:srgbClr val="000000"/>
                </a:solidFill>
                <a:effectLst/>
                <a:uFillTx/>
                <a:latin typeface="Times New Roman"/>
              </a:defRPr>
            </a:lvl1pPr>
          </a:lstStyle>
          <a:p>
            <a:pPr indent="0" algn="r">
              <a:buNone/>
            </a:pPr>
            <a:fld id="{2CB1DC85-47AB-4986-98FE-EC016E7167AF}"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9" name="PlaceHolder 1"/>
          <p:cNvSpPr>
            <a:spLocks noGrp="1"/>
          </p:cNvSpPr>
          <p:nvPr>
            <p:ph type="sldImg"/>
          </p:nvPr>
        </p:nvSpPr>
        <p:spPr>
          <a:xfrm>
            <a:off x="1143000" y="685800"/>
            <a:ext cx="4570560" cy="3427560"/>
          </a:xfrm>
          <a:prstGeom prst="rect">
            <a:avLst/>
          </a:prstGeom>
          <a:ln w="0">
            <a:noFill/>
          </a:ln>
        </p:spPr>
      </p:sp>
      <p:sp>
        <p:nvSpPr>
          <p:cNvPr id="380" name="PlaceHolder 2"/>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
        <p:nvSpPr>
          <p:cNvPr id="381" name="PlaceHolder 3"/>
          <p:cNvSpPr>
            <a:spLocks noGrp="1"/>
          </p:cNvSpPr>
          <p:nvPr>
            <p:ph type="sldNum" idx="82"/>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7F2E1C3-CB23-4AF1-BEEA-F24266B838E3}"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sldNum" idx="83"/>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41B3E004-8782-4045-88B9-343F13B3BD79}" type="slidenum">
              <a:rPr b="0" lang="en-US" sz="1400" strike="noStrike" u="none">
                <a:solidFill>
                  <a:srgbClr val="000000"/>
                </a:solidFill>
                <a:effectLst/>
                <a:uFillTx/>
                <a:latin typeface="Times New Roman"/>
              </a:rPr>
              <a:t>1</a:t>
            </a:fld>
            <a:endParaRPr b="0" lang="en-US" sz="1400" strike="noStrike" u="none">
              <a:solidFill>
                <a:srgbClr val="000000"/>
              </a:solidFill>
              <a:effectLst/>
              <a:uFillTx/>
              <a:latin typeface="Times New Roman"/>
            </a:endParaRPr>
          </a:p>
        </p:txBody>
      </p:sp>
      <p:sp>
        <p:nvSpPr>
          <p:cNvPr id="383" name="PlaceHolder 2"/>
          <p:cNvSpPr>
            <a:spLocks noGrp="1"/>
          </p:cNvSpPr>
          <p:nvPr>
            <p:ph type="sldImg"/>
          </p:nvPr>
        </p:nvSpPr>
        <p:spPr>
          <a:xfrm>
            <a:off x="1143000" y="685800"/>
            <a:ext cx="4570560" cy="3427560"/>
          </a:xfrm>
          <a:prstGeom prst="rect">
            <a:avLst/>
          </a:prstGeom>
          <a:ln w="0">
            <a:noFill/>
          </a:ln>
        </p:spPr>
      </p:sp>
      <p:sp>
        <p:nvSpPr>
          <p:cNvPr id="384"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sldNum" idx="84"/>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800" strike="noStrike" u="none">
                <a:solidFill>
                  <a:srgbClr val="000000"/>
                </a:solidFill>
                <a:effectLst/>
                <a:uFillTx/>
                <a:latin typeface="Times New Roman"/>
              </a:defRPr>
            </a:lvl1pPr>
          </a:lstStyle>
          <a:p>
            <a:pPr indent="0" algn="r">
              <a:lnSpc>
                <a:spcPct val="100000"/>
              </a:lnSpc>
              <a:buNone/>
              <a:tabLst>
                <a:tab algn="l" pos="0"/>
              </a:tabLst>
            </a:pPr>
            <a:fld id="{E793366D-08A1-472B-A065-A27F0B4A18EF}" type="slidenum">
              <a:rPr b="0" lang="en-US" sz="1800" strike="noStrike" u="none">
                <a:solidFill>
                  <a:srgbClr val="000000"/>
                </a:solidFill>
                <a:effectLst/>
                <a:uFillTx/>
                <a:latin typeface="Times New Roman"/>
              </a:rPr>
              <a:t>3</a:t>
            </a:fld>
            <a:endParaRPr b="0" lang="en-US" sz="1800" strike="noStrike" u="none">
              <a:solidFill>
                <a:srgbClr val="000000"/>
              </a:solidFill>
              <a:effectLst/>
              <a:uFillTx/>
              <a:latin typeface="Times New Roman"/>
            </a:endParaRPr>
          </a:p>
        </p:txBody>
      </p:sp>
      <p:sp>
        <p:nvSpPr>
          <p:cNvPr id="386" name="PlaceHolder 2"/>
          <p:cNvSpPr>
            <a:spLocks noGrp="1"/>
          </p:cNvSpPr>
          <p:nvPr>
            <p:ph type="sldImg"/>
          </p:nvPr>
        </p:nvSpPr>
        <p:spPr>
          <a:xfrm>
            <a:off x="1143000" y="685800"/>
            <a:ext cx="4570560" cy="3427560"/>
          </a:xfrm>
          <a:prstGeom prst="rect">
            <a:avLst/>
          </a:prstGeom>
          <a:ln w="0">
            <a:noFill/>
          </a:ln>
        </p:spPr>
      </p:sp>
      <p:sp>
        <p:nvSpPr>
          <p:cNvPr id="387"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lnSpc>
                <a:spcPct val="100000"/>
              </a:lnSpc>
              <a:buNone/>
              <a:tabLst>
                <a:tab algn="l" pos="0"/>
              </a:tabLst>
            </a:pPr>
            <a:r>
              <a:rPr b="1" lang="en-US" sz="1200" strike="noStrike" u="none">
                <a:solidFill>
                  <a:schemeClr val="dk1"/>
                </a:solidFill>
                <a:effectLst/>
                <a:uFillTx/>
                <a:latin typeface="Calibri"/>
                <a:ea typeface="Calibri"/>
              </a:rPr>
              <a:t>Array processors</a:t>
            </a:r>
            <a:r>
              <a:rPr b="0" lang="en-US" sz="1200" strike="noStrike" u="none">
                <a:solidFill>
                  <a:schemeClr val="dk1"/>
                </a:solidFill>
                <a:effectLst/>
                <a:uFillTx/>
                <a:latin typeface="Calibri"/>
                <a:ea typeface="Calibri"/>
              </a:rPr>
              <a:t> widely known as </a:t>
            </a:r>
            <a:r>
              <a:rPr b="1" lang="en-US" sz="1200" strike="noStrike" u="none">
                <a:solidFill>
                  <a:schemeClr val="dk1"/>
                </a:solidFill>
                <a:effectLst/>
                <a:uFillTx/>
                <a:latin typeface="Calibri"/>
                <a:ea typeface="Calibri"/>
              </a:rPr>
              <a:t>Vector processor</a:t>
            </a:r>
            <a:r>
              <a:rPr b="0" lang="en-US" sz="1200" strike="noStrike" u="none">
                <a:solidFill>
                  <a:schemeClr val="dk1"/>
                </a:solidFill>
                <a:effectLst/>
                <a:uFillTx/>
                <a:latin typeface="Calibri"/>
                <a:ea typeface="Calibri"/>
              </a:rPr>
              <a:t> corresponds to CPU Design in which CPU is implemented with instructions to work upon a one-dimensional </a:t>
            </a:r>
            <a:r>
              <a:rPr b="1" lang="en-US" sz="1200" strike="noStrike" u="none">
                <a:solidFill>
                  <a:schemeClr val="dk1"/>
                </a:solidFill>
                <a:effectLst/>
                <a:uFillTx/>
                <a:latin typeface="Calibri"/>
                <a:ea typeface="Calibri"/>
              </a:rPr>
              <a:t>arrays</a:t>
            </a:r>
            <a:r>
              <a:rPr b="0" lang="en-US" sz="1200" strike="noStrike" u="none">
                <a:solidFill>
                  <a:schemeClr val="dk1"/>
                </a:solidFill>
                <a:effectLst/>
                <a:uFillTx/>
                <a:latin typeface="Calibri"/>
                <a:ea typeface="Calibri"/>
              </a:rPr>
              <a:t> of data called as </a:t>
            </a:r>
            <a:r>
              <a:rPr b="1" lang="en-US" sz="1200" strike="noStrike" u="none">
                <a:solidFill>
                  <a:schemeClr val="dk1"/>
                </a:solidFill>
                <a:effectLst/>
                <a:uFillTx/>
                <a:latin typeface="Calibri"/>
                <a:ea typeface="Calibri"/>
              </a:rPr>
              <a:t>vectors</a:t>
            </a:r>
            <a:r>
              <a:rPr b="0" lang="en-US" sz="1200" strike="noStrike" u="none">
                <a:solidFill>
                  <a:schemeClr val="dk1"/>
                </a:solidFill>
                <a:effectLst/>
                <a:uFillTx/>
                <a:latin typeface="Calibri"/>
                <a:ea typeface="Calibri"/>
              </a:rPr>
              <a:t>.</a:t>
            </a:r>
            <a:endParaRPr b="0" lang="en-US" sz="1200" strike="noStrike" u="none">
              <a:solidFill>
                <a:srgbClr val="000000"/>
              </a:solidFill>
              <a:effectLst/>
              <a:uFillTx/>
              <a:latin typeface="Arial"/>
            </a:endParaRPr>
          </a:p>
          <a:p>
            <a:pPr indent="0">
              <a:lnSpc>
                <a:spcPct val="100000"/>
              </a:lnSpc>
              <a:buNone/>
              <a:tabLst>
                <a:tab algn="l" pos="0"/>
              </a:tabLst>
            </a:pPr>
            <a:r>
              <a:rPr b="1" lang="en-US" sz="1200" strike="noStrike" u="none">
                <a:solidFill>
                  <a:schemeClr val="dk1"/>
                </a:solidFill>
                <a:effectLst/>
                <a:uFillTx/>
                <a:latin typeface="Calibri"/>
                <a:ea typeface="Calibri"/>
              </a:rPr>
              <a:t>Vector processor</a:t>
            </a:r>
            <a:r>
              <a:rPr b="0" lang="en-US" sz="1200" strike="noStrike" u="none">
                <a:solidFill>
                  <a:schemeClr val="dk1"/>
                </a:solidFill>
                <a:effectLst/>
                <a:uFillTx/>
                <a:latin typeface="Calibri"/>
                <a:ea typeface="Calibri"/>
              </a:rPr>
              <a:t> corresponds to CPU Design in which CPU is implemented with instructions to work upon a one-dimensional </a:t>
            </a:r>
            <a:r>
              <a:rPr b="1" lang="en-US" sz="1200" strike="noStrike" u="none">
                <a:solidFill>
                  <a:schemeClr val="dk1"/>
                </a:solidFill>
                <a:effectLst/>
                <a:uFillTx/>
                <a:latin typeface="Calibri"/>
                <a:ea typeface="Calibri"/>
              </a:rPr>
              <a:t>arrays</a:t>
            </a:r>
            <a:r>
              <a:rPr b="0" lang="en-US" sz="1200" strike="noStrike" u="none">
                <a:solidFill>
                  <a:schemeClr val="dk1"/>
                </a:solidFill>
                <a:effectLst/>
                <a:uFillTx/>
                <a:latin typeface="Calibri"/>
                <a:ea typeface="Calibri"/>
              </a:rPr>
              <a:t> of data called as </a:t>
            </a:r>
            <a:r>
              <a:rPr b="1" lang="en-US" sz="1200" strike="noStrike" u="none">
                <a:solidFill>
                  <a:schemeClr val="dk1"/>
                </a:solidFill>
                <a:effectLst/>
                <a:uFillTx/>
                <a:latin typeface="Calibri"/>
                <a:ea typeface="Calibri"/>
              </a:rPr>
              <a:t>vectors</a:t>
            </a:r>
            <a:r>
              <a:rPr b="0" lang="en-US" sz="1200" strike="noStrike" u="none">
                <a:solidFill>
                  <a:schemeClr val="dk1"/>
                </a:solidFill>
                <a:effectLst/>
                <a:uFillTx/>
                <a:latin typeface="Calibri"/>
                <a:ea typeface="Calibri"/>
              </a:rPr>
              <a:t>.</a:t>
            </a:r>
            <a:endParaRPr b="0" lang="en-US" sz="1200" strike="noStrike" u="none">
              <a:solidFill>
                <a:srgbClr val="000000"/>
              </a:solidFill>
              <a:effectLst/>
              <a:uFillTx/>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PlaceHolder 1"/>
          <p:cNvSpPr>
            <a:spLocks noGrp="1"/>
          </p:cNvSpPr>
          <p:nvPr>
            <p:ph type="sldNum" idx="85"/>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1F27907-BF9F-4649-B50A-BFCA83EE3BCE}" type="slidenum">
              <a:rPr b="0" lang="en-US" sz="1400" strike="noStrike" u="none">
                <a:solidFill>
                  <a:srgbClr val="000000"/>
                </a:solidFill>
                <a:effectLst/>
                <a:uFillTx/>
                <a:latin typeface="Times New Roman"/>
              </a:rPr>
              <a:t>4</a:t>
            </a:fld>
            <a:endParaRPr b="0" lang="en-US" sz="1400" strike="noStrike" u="none">
              <a:solidFill>
                <a:srgbClr val="000000"/>
              </a:solidFill>
              <a:effectLst/>
              <a:uFillTx/>
              <a:latin typeface="Times New Roman"/>
            </a:endParaRPr>
          </a:p>
        </p:txBody>
      </p:sp>
      <p:sp>
        <p:nvSpPr>
          <p:cNvPr id="389" name="PlaceHolder 2"/>
          <p:cNvSpPr>
            <a:spLocks noGrp="1"/>
          </p:cNvSpPr>
          <p:nvPr>
            <p:ph type="sldImg"/>
          </p:nvPr>
        </p:nvSpPr>
        <p:spPr>
          <a:xfrm>
            <a:off x="1143000" y="685800"/>
            <a:ext cx="4570560" cy="3427560"/>
          </a:xfrm>
          <a:prstGeom prst="rect">
            <a:avLst/>
          </a:prstGeom>
          <a:ln w="0">
            <a:noFill/>
          </a:ln>
        </p:spPr>
      </p:sp>
      <p:sp>
        <p:nvSpPr>
          <p:cNvPr id="390"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sldNum" idx="86"/>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9BF0B9C-336F-436B-9548-9E69A24FEB63}" type="slidenum">
              <a:rPr b="0" lang="en-US" sz="1400" strike="noStrike" u="none">
                <a:solidFill>
                  <a:srgbClr val="000000"/>
                </a:solidFill>
                <a:effectLst/>
                <a:uFillTx/>
                <a:latin typeface="Times New Roman"/>
              </a:rPr>
              <a:t>5</a:t>
            </a:fld>
            <a:endParaRPr b="0" lang="en-US" sz="1400" strike="noStrike" u="none">
              <a:solidFill>
                <a:srgbClr val="000000"/>
              </a:solidFill>
              <a:effectLst/>
              <a:uFillTx/>
              <a:latin typeface="Times New Roman"/>
            </a:endParaRPr>
          </a:p>
        </p:txBody>
      </p:sp>
      <p:sp>
        <p:nvSpPr>
          <p:cNvPr id="392" name="PlaceHolder 2"/>
          <p:cNvSpPr>
            <a:spLocks noGrp="1"/>
          </p:cNvSpPr>
          <p:nvPr>
            <p:ph type="sldImg"/>
          </p:nvPr>
        </p:nvSpPr>
        <p:spPr>
          <a:xfrm>
            <a:off x="1143000" y="685800"/>
            <a:ext cx="4570560" cy="3427560"/>
          </a:xfrm>
          <a:prstGeom prst="rect">
            <a:avLst/>
          </a:prstGeom>
          <a:ln w="0">
            <a:noFill/>
          </a:ln>
        </p:spPr>
      </p:sp>
      <p:sp>
        <p:nvSpPr>
          <p:cNvPr id="393"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4" name="PlaceHolder 1"/>
          <p:cNvSpPr>
            <a:spLocks noGrp="1"/>
          </p:cNvSpPr>
          <p:nvPr>
            <p:ph type="sldNum" idx="87"/>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97B20A2-2931-46ED-8328-03FE1CDD4A9E}" type="slidenum">
              <a:rPr b="0" lang="en-US" sz="1400" strike="noStrike" u="none">
                <a:solidFill>
                  <a:srgbClr val="000000"/>
                </a:solidFill>
                <a:effectLst/>
                <a:uFillTx/>
                <a:latin typeface="Times New Roman"/>
              </a:rPr>
              <a:t>6</a:t>
            </a:fld>
            <a:endParaRPr b="0" lang="en-US" sz="1400" strike="noStrike" u="none">
              <a:solidFill>
                <a:srgbClr val="000000"/>
              </a:solidFill>
              <a:effectLst/>
              <a:uFillTx/>
              <a:latin typeface="Times New Roman"/>
            </a:endParaRPr>
          </a:p>
        </p:txBody>
      </p:sp>
      <p:sp>
        <p:nvSpPr>
          <p:cNvPr id="395" name="PlaceHolder 2"/>
          <p:cNvSpPr>
            <a:spLocks noGrp="1"/>
          </p:cNvSpPr>
          <p:nvPr>
            <p:ph type="sldImg"/>
          </p:nvPr>
        </p:nvSpPr>
        <p:spPr>
          <a:xfrm>
            <a:off x="1143000" y="685800"/>
            <a:ext cx="4570560" cy="3427560"/>
          </a:xfrm>
          <a:prstGeom prst="rect">
            <a:avLst/>
          </a:prstGeom>
          <a:ln w="0">
            <a:noFill/>
          </a:ln>
        </p:spPr>
      </p:sp>
      <p:sp>
        <p:nvSpPr>
          <p:cNvPr id="396"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sldNum" idx="88"/>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C4571716-EBD6-46EC-8D47-D4DFA5A6AA88}" type="slidenum">
              <a:rPr b="0" lang="en-US" sz="1400" strike="noStrike" u="none">
                <a:solidFill>
                  <a:srgbClr val="000000"/>
                </a:solidFill>
                <a:effectLst/>
                <a:uFillTx/>
                <a:latin typeface="Times New Roman"/>
              </a:rPr>
              <a:t>7</a:t>
            </a:fld>
            <a:endParaRPr b="0" lang="en-US" sz="1400" strike="noStrike" u="none">
              <a:solidFill>
                <a:srgbClr val="000000"/>
              </a:solidFill>
              <a:effectLst/>
              <a:uFillTx/>
              <a:latin typeface="Times New Roman"/>
            </a:endParaRPr>
          </a:p>
        </p:txBody>
      </p:sp>
      <p:sp>
        <p:nvSpPr>
          <p:cNvPr id="398" name="PlaceHolder 2"/>
          <p:cNvSpPr>
            <a:spLocks noGrp="1"/>
          </p:cNvSpPr>
          <p:nvPr>
            <p:ph type="sldImg"/>
          </p:nvPr>
        </p:nvSpPr>
        <p:spPr>
          <a:xfrm>
            <a:off x="1143000" y="685800"/>
            <a:ext cx="4570560" cy="3427560"/>
          </a:xfrm>
          <a:prstGeom prst="rect">
            <a:avLst/>
          </a:prstGeom>
          <a:ln w="0">
            <a:noFill/>
          </a:ln>
        </p:spPr>
      </p:sp>
      <p:sp>
        <p:nvSpPr>
          <p:cNvPr id="399"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lnSpc>
                <a:spcPct val="100000"/>
              </a:lnSpc>
              <a:buNone/>
              <a:tabLst>
                <a:tab algn="l" pos="0"/>
              </a:tabLst>
            </a:pPr>
            <a:r>
              <a:rPr b="0" lang="en-US" sz="1200" strike="noStrike" u="none">
                <a:solidFill>
                  <a:schemeClr val="dk1"/>
                </a:solidFill>
                <a:effectLst/>
                <a:uFillTx/>
                <a:latin typeface="Calibri"/>
                <a:ea typeface="Calibri"/>
              </a:rPr>
              <a:t>In parallel computer architectures, a systolic array is a homogeneous network of tightly coupled data processing units (DPUs) called cells or nodes. Each node or DPU independently computes a partial result as a function of the data received from its upstream neighbors, stores the result within itself and passes it downstream. Systolic arrays were invented by Richard P. Brent and H. T. Kung, who developed them to compute greatest common divisors of integers and polynomials.</a:t>
            </a:r>
            <a:endParaRPr b="0" lang="en-US" sz="1200" strike="noStrike" u="non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ldNum" idx="89"/>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F6DD8440-FE69-49B6-A16A-FA0929FA7A17}" type="slidenum">
              <a:rPr b="0" lang="en-US" sz="1400" strike="noStrike" u="none">
                <a:solidFill>
                  <a:srgbClr val="000000"/>
                </a:solidFill>
                <a:effectLst/>
                <a:uFillTx/>
                <a:latin typeface="Times New Roman"/>
              </a:rPr>
              <a:t>8</a:t>
            </a:fld>
            <a:endParaRPr b="0" lang="en-US" sz="1400" strike="noStrike" u="none">
              <a:solidFill>
                <a:srgbClr val="000000"/>
              </a:solidFill>
              <a:effectLst/>
              <a:uFillTx/>
              <a:latin typeface="Times New Roman"/>
            </a:endParaRPr>
          </a:p>
        </p:txBody>
      </p:sp>
      <p:sp>
        <p:nvSpPr>
          <p:cNvPr id="401" name="PlaceHolder 2"/>
          <p:cNvSpPr>
            <a:spLocks noGrp="1"/>
          </p:cNvSpPr>
          <p:nvPr>
            <p:ph type="sldImg"/>
          </p:nvPr>
        </p:nvSpPr>
        <p:spPr>
          <a:xfrm>
            <a:off x="1143000" y="685800"/>
            <a:ext cx="4570560" cy="3427560"/>
          </a:xfrm>
          <a:prstGeom prst="rect">
            <a:avLst/>
          </a:prstGeom>
          <a:ln w="0">
            <a:noFill/>
          </a:ln>
        </p:spPr>
      </p:sp>
      <p:sp>
        <p:nvSpPr>
          <p:cNvPr id="402"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sldNum" idx="90"/>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BB854BE8-7EC2-42CA-85C8-B1AD1D416DB9}" type="slidenum">
              <a:rPr b="0" lang="en-US" sz="1400" strike="noStrike" u="none">
                <a:solidFill>
                  <a:srgbClr val="000000"/>
                </a:solidFill>
                <a:effectLst/>
                <a:uFillTx/>
                <a:latin typeface="Times New Roman"/>
              </a:rPr>
              <a:t>9</a:t>
            </a:fld>
            <a:endParaRPr b="0" lang="en-US" sz="1400" strike="noStrike" u="none">
              <a:solidFill>
                <a:srgbClr val="000000"/>
              </a:solidFill>
              <a:effectLst/>
              <a:uFillTx/>
              <a:latin typeface="Times New Roman"/>
            </a:endParaRPr>
          </a:p>
        </p:txBody>
      </p:sp>
      <p:sp>
        <p:nvSpPr>
          <p:cNvPr id="404" name="PlaceHolder 2"/>
          <p:cNvSpPr>
            <a:spLocks noGrp="1"/>
          </p:cNvSpPr>
          <p:nvPr>
            <p:ph type="sldImg"/>
          </p:nvPr>
        </p:nvSpPr>
        <p:spPr>
          <a:xfrm>
            <a:off x="1143000" y="685800"/>
            <a:ext cx="4570560" cy="3427560"/>
          </a:xfrm>
          <a:prstGeom prst="rect">
            <a:avLst/>
          </a:prstGeom>
          <a:ln w="0">
            <a:noFill/>
          </a:ln>
        </p:spPr>
      </p:sp>
      <p:sp>
        <p:nvSpPr>
          <p:cNvPr id="405"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6" name="PlaceHolder 1"/>
          <p:cNvSpPr>
            <a:spLocks noGrp="1"/>
          </p:cNvSpPr>
          <p:nvPr>
            <p:ph type="sldNum" idx="91"/>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800" strike="noStrike" u="none">
                <a:solidFill>
                  <a:srgbClr val="000000"/>
                </a:solidFill>
                <a:effectLst/>
                <a:uFillTx/>
                <a:latin typeface="Times New Roman"/>
              </a:defRPr>
            </a:lvl1pPr>
          </a:lstStyle>
          <a:p>
            <a:pPr indent="0" algn="r">
              <a:lnSpc>
                <a:spcPct val="100000"/>
              </a:lnSpc>
              <a:buNone/>
              <a:tabLst>
                <a:tab algn="l" pos="0"/>
              </a:tabLst>
            </a:pPr>
            <a:fld id="{E0B0E1E4-CB56-4D7C-B566-3FD4C0D46564}" type="slidenum">
              <a:rPr b="0" lang="en-US" sz="1800" strike="noStrike" u="none">
                <a:solidFill>
                  <a:srgbClr val="000000"/>
                </a:solidFill>
                <a:effectLst/>
                <a:uFillTx/>
                <a:latin typeface="Times New Roman"/>
              </a:rPr>
              <a:t>10</a:t>
            </a:fld>
            <a:endParaRPr b="0" lang="en-US" sz="1800" strike="noStrike" u="none">
              <a:solidFill>
                <a:srgbClr val="000000"/>
              </a:solidFill>
              <a:effectLst/>
              <a:uFillTx/>
              <a:latin typeface="Times New Roman"/>
            </a:endParaRPr>
          </a:p>
        </p:txBody>
      </p:sp>
      <p:sp>
        <p:nvSpPr>
          <p:cNvPr id="407" name="PlaceHolder 2"/>
          <p:cNvSpPr>
            <a:spLocks noGrp="1"/>
          </p:cNvSpPr>
          <p:nvPr>
            <p:ph type="sldImg"/>
          </p:nvPr>
        </p:nvSpPr>
        <p:spPr>
          <a:xfrm>
            <a:off x="1143000" y="685800"/>
            <a:ext cx="4570560" cy="3427560"/>
          </a:xfrm>
          <a:prstGeom prst="rect">
            <a:avLst/>
          </a:prstGeom>
          <a:ln w="0">
            <a:noFill/>
          </a:ln>
        </p:spPr>
      </p:sp>
      <p:sp>
        <p:nvSpPr>
          <p:cNvPr id="408"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Num" idx="92"/>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212A52E4-D956-40CD-913F-6675D3DD6831}" type="slidenum">
              <a:rPr b="0" lang="en-US" sz="1400" strike="noStrike" u="none">
                <a:solidFill>
                  <a:srgbClr val="000000"/>
                </a:solidFill>
                <a:effectLst/>
                <a:uFillTx/>
                <a:latin typeface="Times New Roman"/>
              </a:rPr>
              <a:t>11</a:t>
            </a:fld>
            <a:endParaRPr b="0" lang="en-US" sz="1400" strike="noStrike" u="none">
              <a:solidFill>
                <a:srgbClr val="000000"/>
              </a:solidFill>
              <a:effectLst/>
              <a:uFillTx/>
              <a:latin typeface="Times New Roman"/>
            </a:endParaRPr>
          </a:p>
        </p:txBody>
      </p:sp>
      <p:sp>
        <p:nvSpPr>
          <p:cNvPr id="410" name="PlaceHolder 2"/>
          <p:cNvSpPr>
            <a:spLocks noGrp="1"/>
          </p:cNvSpPr>
          <p:nvPr>
            <p:ph type="sldImg"/>
          </p:nvPr>
        </p:nvSpPr>
        <p:spPr>
          <a:xfrm>
            <a:off x="1143000" y="685800"/>
            <a:ext cx="4570560" cy="3427560"/>
          </a:xfrm>
          <a:prstGeom prst="rect">
            <a:avLst/>
          </a:prstGeom>
          <a:ln w="0">
            <a:noFill/>
          </a:ln>
        </p:spPr>
      </p:sp>
      <p:sp>
        <p:nvSpPr>
          <p:cNvPr id="411"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sldNum" idx="93"/>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053B3806-8CAB-444E-84C5-E8E3A8C4130E}" type="slidenum">
              <a:rPr b="0" lang="en-US" sz="1400" strike="noStrike" u="none">
                <a:solidFill>
                  <a:srgbClr val="000000"/>
                </a:solidFill>
                <a:effectLst/>
                <a:uFillTx/>
                <a:latin typeface="Times New Roman"/>
              </a:rPr>
              <a:t>12</a:t>
            </a:fld>
            <a:endParaRPr b="0" lang="en-US" sz="1400" strike="noStrike" u="none">
              <a:solidFill>
                <a:srgbClr val="000000"/>
              </a:solidFill>
              <a:effectLst/>
              <a:uFillTx/>
              <a:latin typeface="Times New Roman"/>
            </a:endParaRPr>
          </a:p>
        </p:txBody>
      </p:sp>
      <p:sp>
        <p:nvSpPr>
          <p:cNvPr id="413" name="PlaceHolder 2"/>
          <p:cNvSpPr>
            <a:spLocks noGrp="1"/>
          </p:cNvSpPr>
          <p:nvPr>
            <p:ph type="sldImg"/>
          </p:nvPr>
        </p:nvSpPr>
        <p:spPr>
          <a:xfrm>
            <a:off x="1143000" y="685800"/>
            <a:ext cx="4570560" cy="3427560"/>
          </a:xfrm>
          <a:prstGeom prst="rect">
            <a:avLst/>
          </a:prstGeom>
          <a:ln w="0">
            <a:noFill/>
          </a:ln>
        </p:spPr>
      </p:sp>
      <p:sp>
        <p:nvSpPr>
          <p:cNvPr id="414"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sldNum" idx="94"/>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5802C9A3-30A8-4970-BE77-A2000439B2F3}" type="slidenum">
              <a:rPr b="0" lang="en-US" sz="1400" strike="noStrike" u="none">
                <a:solidFill>
                  <a:srgbClr val="000000"/>
                </a:solidFill>
                <a:effectLst/>
                <a:uFillTx/>
                <a:latin typeface="Times New Roman"/>
              </a:rPr>
              <a:t>23</a:t>
            </a:fld>
            <a:endParaRPr b="0" lang="en-US" sz="1400" strike="noStrike" u="none">
              <a:solidFill>
                <a:srgbClr val="000000"/>
              </a:solidFill>
              <a:effectLst/>
              <a:uFillTx/>
              <a:latin typeface="Times New Roman"/>
            </a:endParaRPr>
          </a:p>
        </p:txBody>
      </p:sp>
      <p:sp>
        <p:nvSpPr>
          <p:cNvPr id="416" name="PlaceHolder 2"/>
          <p:cNvSpPr>
            <a:spLocks noGrp="1"/>
          </p:cNvSpPr>
          <p:nvPr>
            <p:ph type="sldImg"/>
          </p:nvPr>
        </p:nvSpPr>
        <p:spPr>
          <a:xfrm>
            <a:off x="1143000" y="685800"/>
            <a:ext cx="4570560" cy="3427560"/>
          </a:xfrm>
          <a:prstGeom prst="rect">
            <a:avLst/>
          </a:prstGeom>
          <a:ln w="0">
            <a:noFill/>
          </a:ln>
        </p:spPr>
      </p:sp>
      <p:sp>
        <p:nvSpPr>
          <p:cNvPr id="417"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sldNum" idx="95"/>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36FA4B04-D51D-4DEF-9BAD-E00D98C5CE69}" type="slidenum">
              <a:rPr b="0" lang="en-US" sz="1400" strike="noStrike" u="none">
                <a:solidFill>
                  <a:srgbClr val="000000"/>
                </a:solidFill>
                <a:effectLst/>
                <a:uFillTx/>
                <a:latin typeface="Times New Roman"/>
              </a:rPr>
              <a:t>25</a:t>
            </a:fld>
            <a:endParaRPr b="0" lang="en-US" sz="1400" strike="noStrike" u="none">
              <a:solidFill>
                <a:srgbClr val="000000"/>
              </a:solidFill>
              <a:effectLst/>
              <a:uFillTx/>
              <a:latin typeface="Times New Roman"/>
            </a:endParaRPr>
          </a:p>
        </p:txBody>
      </p:sp>
      <p:sp>
        <p:nvSpPr>
          <p:cNvPr id="419" name="PlaceHolder 2"/>
          <p:cNvSpPr>
            <a:spLocks noGrp="1"/>
          </p:cNvSpPr>
          <p:nvPr>
            <p:ph type="sldImg"/>
          </p:nvPr>
        </p:nvSpPr>
        <p:spPr>
          <a:xfrm>
            <a:off x="1143000" y="685800"/>
            <a:ext cx="4570560" cy="3427560"/>
          </a:xfrm>
          <a:prstGeom prst="rect">
            <a:avLst/>
          </a:prstGeom>
          <a:ln w="0">
            <a:noFill/>
          </a:ln>
        </p:spPr>
      </p:sp>
      <p:sp>
        <p:nvSpPr>
          <p:cNvPr id="420"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Num" idx="96"/>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F06BD999-CB45-439C-8D34-24B71E1070BC}" type="slidenum">
              <a:rPr b="0" lang="en-US" sz="1400" strike="noStrike" u="none">
                <a:solidFill>
                  <a:srgbClr val="000000"/>
                </a:solidFill>
                <a:effectLst/>
                <a:uFillTx/>
                <a:latin typeface="Times New Roman"/>
              </a:rPr>
              <a:t>26</a:t>
            </a:fld>
            <a:endParaRPr b="0" lang="en-US" sz="1400" strike="noStrike" u="none">
              <a:solidFill>
                <a:srgbClr val="000000"/>
              </a:solidFill>
              <a:effectLst/>
              <a:uFillTx/>
              <a:latin typeface="Times New Roman"/>
            </a:endParaRPr>
          </a:p>
        </p:txBody>
      </p:sp>
      <p:sp>
        <p:nvSpPr>
          <p:cNvPr id="422" name="PlaceHolder 2"/>
          <p:cNvSpPr>
            <a:spLocks noGrp="1"/>
          </p:cNvSpPr>
          <p:nvPr>
            <p:ph type="sldImg"/>
          </p:nvPr>
        </p:nvSpPr>
        <p:spPr>
          <a:xfrm>
            <a:off x="1143000" y="685800"/>
            <a:ext cx="4570560" cy="3427560"/>
          </a:xfrm>
          <a:prstGeom prst="rect">
            <a:avLst/>
          </a:prstGeom>
          <a:ln w="0">
            <a:noFill/>
          </a:ln>
        </p:spPr>
      </p:sp>
      <p:sp>
        <p:nvSpPr>
          <p:cNvPr id="423"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Num" idx="97"/>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7F175E36-713C-494A-9288-977BCE74A832}" type="slidenum">
              <a:rPr b="0" lang="en-US" sz="1400" strike="noStrike" u="none">
                <a:solidFill>
                  <a:srgbClr val="000000"/>
                </a:solidFill>
                <a:effectLst/>
                <a:uFillTx/>
                <a:latin typeface="Times New Roman"/>
              </a:rPr>
              <a:t>27</a:t>
            </a:fld>
            <a:endParaRPr b="0" lang="en-US" sz="1400" strike="noStrike" u="none">
              <a:solidFill>
                <a:srgbClr val="000000"/>
              </a:solidFill>
              <a:effectLst/>
              <a:uFillTx/>
              <a:latin typeface="Times New Roman"/>
            </a:endParaRPr>
          </a:p>
        </p:txBody>
      </p:sp>
      <p:sp>
        <p:nvSpPr>
          <p:cNvPr id="425" name="PlaceHolder 2"/>
          <p:cNvSpPr>
            <a:spLocks noGrp="1"/>
          </p:cNvSpPr>
          <p:nvPr>
            <p:ph type="sldImg"/>
          </p:nvPr>
        </p:nvSpPr>
        <p:spPr>
          <a:xfrm>
            <a:off x="1143000" y="685800"/>
            <a:ext cx="4570560" cy="3427560"/>
          </a:xfrm>
          <a:prstGeom prst="rect">
            <a:avLst/>
          </a:prstGeom>
          <a:ln w="0">
            <a:noFill/>
          </a:ln>
        </p:spPr>
      </p:sp>
      <p:sp>
        <p:nvSpPr>
          <p:cNvPr id="426"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Num" idx="98"/>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2A15DC68-C3C3-46DB-AB0A-E4C8D8D5C84F}"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428" name="PlaceHolder 2"/>
          <p:cNvSpPr>
            <a:spLocks noGrp="1"/>
          </p:cNvSpPr>
          <p:nvPr>
            <p:ph type="sldImg"/>
          </p:nvPr>
        </p:nvSpPr>
        <p:spPr>
          <a:xfrm>
            <a:off x="1143000" y="685800"/>
            <a:ext cx="4570560" cy="3427560"/>
          </a:xfrm>
          <a:prstGeom prst="rect">
            <a:avLst/>
          </a:prstGeom>
          <a:ln w="0">
            <a:noFill/>
          </a:ln>
        </p:spPr>
      </p:sp>
      <p:sp>
        <p:nvSpPr>
          <p:cNvPr id="429"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Num" idx="99"/>
          </p:nvPr>
        </p:nvSpPr>
        <p:spPr>
          <a:xfrm>
            <a:off x="3884760" y="8685360"/>
            <a:ext cx="2970360" cy="455760"/>
          </a:xfrm>
          <a:prstGeom prst="rect">
            <a:avLst/>
          </a:prstGeom>
          <a:noFill/>
          <a:ln w="0">
            <a:noFill/>
          </a:ln>
        </p:spPr>
        <p:txBody>
          <a:bodyPr lIns="91440" rIns="91440" tIns="45720" bIns="45720" anchor="b">
            <a:noAutofit/>
          </a:bodyPr>
          <a:lstStyle>
            <a:lvl1pPr indent="0" algn="r">
              <a:lnSpc>
                <a:spcPct val="100000"/>
              </a:lnSpc>
              <a:buNone/>
              <a:tabLst>
                <a:tab algn="l" pos="0"/>
              </a:tabLst>
              <a:defRPr b="0" lang="en-US" sz="1400" strike="noStrike" u="none">
                <a:solidFill>
                  <a:srgbClr val="000000"/>
                </a:solidFill>
                <a:effectLst/>
                <a:uFillTx/>
                <a:latin typeface="Times New Roman"/>
              </a:defRPr>
            </a:lvl1pPr>
          </a:lstStyle>
          <a:p>
            <a:pPr indent="0" algn="r">
              <a:lnSpc>
                <a:spcPct val="100000"/>
              </a:lnSpc>
              <a:buNone/>
              <a:tabLst>
                <a:tab algn="l" pos="0"/>
              </a:tabLst>
            </a:pPr>
            <a:fld id="{952450F2-B403-46EF-AB55-9A93F4DFA2DC}" type="slidenum">
              <a:rPr b="0" lang="en-US" sz="1400" strike="noStrike" u="none">
                <a:solidFill>
                  <a:srgbClr val="000000"/>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431" name="PlaceHolder 2"/>
          <p:cNvSpPr>
            <a:spLocks noGrp="1"/>
          </p:cNvSpPr>
          <p:nvPr>
            <p:ph type="sldImg"/>
          </p:nvPr>
        </p:nvSpPr>
        <p:spPr>
          <a:xfrm>
            <a:off x="1143000" y="685800"/>
            <a:ext cx="4570560" cy="3427560"/>
          </a:xfrm>
          <a:prstGeom prst="rect">
            <a:avLst/>
          </a:prstGeom>
          <a:ln w="0">
            <a:noFill/>
          </a:ln>
        </p:spPr>
      </p:sp>
      <p:sp>
        <p:nvSpPr>
          <p:cNvPr id="432" name="PlaceHolder 3"/>
          <p:cNvSpPr>
            <a:spLocks noGrp="1"/>
          </p:cNvSpPr>
          <p:nvPr>
            <p:ph type="body"/>
          </p:nvPr>
        </p:nvSpPr>
        <p:spPr>
          <a:xfrm>
            <a:off x="685800" y="4343400"/>
            <a:ext cx="5484960" cy="4113360"/>
          </a:xfrm>
          <a:prstGeom prst="rect">
            <a:avLst/>
          </a:prstGeom>
          <a:noFill/>
          <a:ln w="0">
            <a:noFill/>
          </a:ln>
        </p:spPr>
        <p:txBody>
          <a:bodyPr lIns="91440" rIns="91440" tIns="45720" bIns="45720" anchor="t">
            <a:normAutofit/>
          </a:bodyPr>
          <a:p>
            <a:pPr indent="0">
              <a:buNone/>
            </a:pPr>
            <a:endParaRPr b="0" lang="en-US" sz="1800" strike="noStrike" u="non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8.xml"/><Relationship Id="rId2" Type="http://schemas.openxmlformats.org/officeDocument/2006/relationships/image" Target="../media/image1.pn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0.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1.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2.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C572059B-E9F3-4E04-B75B-194E18F31EA3}" type="slidenum">
              <a:t>&lt;#&gt;</a:t>
            </a:fld>
          </a:p>
        </p:txBody>
      </p:sp>
      <p:sp>
        <p:nvSpPr>
          <p:cNvPr id="4" name="PlaceHolder 3"/>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OBJECT_WITH_CAPTION_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49F5B04B-DA14-4A87-A99D-9928E9612600}" type="slidenum">
              <a:t>&lt;#&gt;</a:t>
            </a:fld>
          </a:p>
        </p:txBody>
      </p:sp>
      <p:sp>
        <p:nvSpPr>
          <p:cNvPr id="4" name="PlaceHolder 3"/>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_WITH_CAPTION_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F6BE78E7-4131-4ADD-8545-9F31A252E78C}" type="slidenum">
              <a:t>&lt;#&gt;</a:t>
            </a:fld>
          </a:p>
        </p:txBody>
      </p:sp>
      <p:sp>
        <p:nvSpPr>
          <p:cNvPr id="4" name="PlaceHolder 3"/>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VERTICAL_TEXT">
    <p:spTree>
      <p:nvGrpSpPr>
        <p:cNvPr id="1" name=""/>
        <p:cNvGrpSpPr/>
        <p:nvPr/>
      </p:nvGrpSpPr>
      <p:grpSpPr>
        <a:xfrm>
          <a:off x="0" y="0"/>
          <a:ext cx="0" cy="0"/>
          <a:chOff x="0" y="0"/>
          <a:chExt cx="0" cy="0"/>
        </a:xfrm>
      </p:grpSpPr>
      <p:sp>
        <p:nvSpPr>
          <p:cNvPr id="2" name="PlaceHolder 1"/>
          <p:cNvSpPr>
            <a:spLocks noGrp="1"/>
          </p:cNvSpPr>
          <p:nvPr>
            <p:ph type="ftr" idx="10"/>
          </p:nvPr>
        </p:nvSpPr>
        <p:spPr/>
        <p:txBody>
          <a:bodyPr/>
          <a:p>
            <a:r>
              <a:t>Footer</a:t>
            </a:r>
          </a:p>
        </p:txBody>
      </p:sp>
      <p:sp>
        <p:nvSpPr>
          <p:cNvPr id="3" name="PlaceHolder 2"/>
          <p:cNvSpPr>
            <a:spLocks noGrp="1"/>
          </p:cNvSpPr>
          <p:nvPr>
            <p:ph type="sldNum" idx="11"/>
          </p:nvPr>
        </p:nvSpPr>
        <p:spPr/>
        <p:txBody>
          <a:bodyPr/>
          <a:p>
            <a:fld id="{EC6F60C7-40AC-49E1-B76D-3463448FF9E8}" type="slidenum">
              <a:t>&lt;#&gt;</a:t>
            </a:fld>
          </a:p>
        </p:txBody>
      </p:sp>
      <p:sp>
        <p:nvSpPr>
          <p:cNvPr id="4" name="PlaceHolder 3"/>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_TITLE_AND_VERTICAL_TEXT">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15C90ED4-D189-4AC6-9955-B88655F021FE}" type="slidenum">
              <a:t>&lt;#&gt;</a:t>
            </a:fld>
          </a:p>
        </p:txBody>
      </p:sp>
      <p:sp>
        <p:nvSpPr>
          <p:cNvPr id="4" name="PlaceHolder 3"/>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Slide">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p>
            <a:r>
              <a:t>Footer</a:t>
            </a:r>
          </a:p>
        </p:txBody>
      </p:sp>
      <p:sp>
        <p:nvSpPr>
          <p:cNvPr id="3" name="PlaceHolder 2"/>
          <p:cNvSpPr>
            <a:spLocks noGrp="1"/>
          </p:cNvSpPr>
          <p:nvPr>
            <p:ph type="sldNum" idx="17"/>
          </p:nvPr>
        </p:nvSpPr>
        <p:spPr/>
        <p:txBody>
          <a:bodyPr/>
          <a:p>
            <a:fld id="{247D1037-414B-47EF-AEFE-4793288FD4D5}" type="slidenum">
              <a:t>&lt;#&gt;</a:t>
            </a:fld>
          </a:p>
        </p:txBody>
      </p:sp>
      <p:sp>
        <p:nvSpPr>
          <p:cNvPr id="4" name="PlaceHolder 3"/>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OverObj" preserve="1">
  <p:cSld name="TEXT_OVER_OBJECT">
    <p:spTree>
      <p:nvGrpSpPr>
        <p:cNvPr id="1" name=""/>
        <p:cNvGrpSpPr/>
        <p:nvPr/>
      </p:nvGrpSpPr>
      <p:grpSpPr>
        <a:xfrm>
          <a:off x="0" y="0"/>
          <a:ext cx="0" cy="0"/>
          <a:chOff x="0" y="0"/>
          <a:chExt cx="0" cy="0"/>
        </a:xfrm>
      </p:grpSpPr>
      <p:sp>
        <p:nvSpPr>
          <p:cNvPr id="35" name="PlaceHolder 1"/>
          <p:cNvSpPr>
            <a:spLocks noGrp="1"/>
          </p:cNvSpPr>
          <p:nvPr>
            <p:ph type="title"/>
          </p:nvPr>
        </p:nvSpPr>
        <p:spPr>
          <a:xfrm>
            <a:off x="457200" y="273600"/>
            <a:ext cx="8228880" cy="114444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6" name="PlaceHolder 2"/>
          <p:cNvSpPr>
            <a:spLocks noGrp="1"/>
          </p:cNvSpPr>
          <p:nvPr>
            <p:ph/>
          </p:nvPr>
        </p:nvSpPr>
        <p:spPr>
          <a:xfrm>
            <a:off x="457200" y="1604520"/>
            <a:ext cx="8228880" cy="39769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37" name="PlaceHolder 3"/>
          <p:cNvSpPr>
            <a:spLocks noGrp="1"/>
          </p:cNvSpPr>
          <p:nvPr>
            <p:ph/>
          </p:nvPr>
        </p:nvSpPr>
        <p:spPr>
          <a:xfrm>
            <a:off x="457200" y="1604520"/>
            <a:ext cx="8228880" cy="39769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5" name="PlaceHolder 4"/>
          <p:cNvSpPr>
            <a:spLocks noGrp="1"/>
          </p:cNvSpPr>
          <p:nvPr>
            <p:ph type="ftr" idx="19"/>
          </p:nvPr>
        </p:nvSpPr>
        <p:spPr/>
        <p:txBody>
          <a:bodyPr/>
          <a:p>
            <a:r>
              <a:t>Footer</a:t>
            </a:r>
          </a:p>
        </p:txBody>
      </p:sp>
      <p:sp>
        <p:nvSpPr>
          <p:cNvPr id="6" name="PlaceHolder 5"/>
          <p:cNvSpPr>
            <a:spLocks noGrp="1"/>
          </p:cNvSpPr>
          <p:nvPr>
            <p:ph type="sldNum" idx="20"/>
          </p:nvPr>
        </p:nvSpPr>
        <p:spPr/>
        <p:txBody>
          <a:bodyPr/>
          <a:p>
            <a:fld id="{EE3941B0-79C8-4D59-B9B1-5A7DE6343D25}" type="slidenum">
              <a:t>&lt;#&gt;</a:t>
            </a:fld>
          </a:p>
        </p:txBody>
      </p:sp>
      <p:sp>
        <p:nvSpPr>
          <p:cNvPr id="7" name="PlaceHolder 6"/>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Default 5">
    <p:bg>
      <p:bgPr>
        <a:solidFill>
          <a:schemeClr val="lt1"/>
        </a:solidFill>
      </p:bgPr>
    </p:bg>
    <p:spTree>
      <p:nvGrpSpPr>
        <p:cNvPr id="1" name=""/>
        <p:cNvGrpSpPr/>
        <p:nvPr/>
      </p:nvGrpSpPr>
      <p:grpSpPr>
        <a:xfrm>
          <a:off x="0" y="0"/>
          <a:ext cx="0" cy="0"/>
          <a:chOff x="0" y="0"/>
          <a:chExt cx="0" cy="0"/>
        </a:xfrm>
      </p:grpSpPr>
      <p:pic>
        <p:nvPicPr>
          <p:cNvPr id="38" name="Google Shape;15;p54" descr=""/>
          <p:cNvPicPr/>
          <p:nvPr/>
        </p:nvPicPr>
        <p:blipFill>
          <a:blip r:embed="rId2"/>
          <a:stretch/>
        </p:blipFill>
        <p:spPr>
          <a:xfrm>
            <a:off x="25560" y="16920"/>
            <a:ext cx="726840" cy="726840"/>
          </a:xfrm>
          <a:prstGeom prst="rect">
            <a:avLst/>
          </a:prstGeom>
          <a:noFill/>
          <a:ln w="0">
            <a:noFill/>
          </a:ln>
        </p:spPr>
      </p:pic>
      <p:sp>
        <p:nvSpPr>
          <p:cNvPr id="39" name="PlaceHolder 1"/>
          <p:cNvSpPr>
            <a:spLocks noGrp="1"/>
          </p:cNvSpPr>
          <p:nvPr>
            <p:ph type="ftr" idx="22"/>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40" name="PlaceHolder 2"/>
          <p:cNvSpPr>
            <a:spLocks noGrp="1"/>
          </p:cNvSpPr>
          <p:nvPr>
            <p:ph type="sldNum" idx="23"/>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BDC850C3-D8F3-4042-9532-13F121D77F33}" type="slidenum">
              <a:rPr b="0" lang="en-US" sz="1200" strike="noStrike" u="none">
                <a:solidFill>
                  <a:srgbClr val="888888"/>
                </a:solidFill>
                <a:effectLst/>
                <a:uFillTx/>
                <a:latin typeface="Calibri"/>
                <a:ea typeface="Calibri"/>
              </a:rPr>
              <a:t>1</a:t>
            </a:fld>
            <a:endParaRPr b="0" lang="en-US" sz="1200" strike="noStrike" u="none">
              <a:solidFill>
                <a:srgbClr val="000000"/>
              </a:solidFill>
              <a:effectLst/>
              <a:uFillTx/>
              <a:latin typeface="Times New Roman"/>
            </a:endParaRPr>
          </a:p>
        </p:txBody>
      </p:sp>
      <p:sp>
        <p:nvSpPr>
          <p:cNvPr id="41" name="PlaceHolder 3"/>
          <p:cNvSpPr>
            <a:spLocks noGrp="1"/>
          </p:cNvSpPr>
          <p:nvPr>
            <p:ph type="dt" idx="24"/>
          </p:nvPr>
        </p:nvSpPr>
        <p:spPr>
          <a:xfrm>
            <a:off x="457200" y="6356520"/>
            <a:ext cx="2132280" cy="36360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42" name="PlaceHolder 4"/>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43" name="PlaceHolder 5"/>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OverObj" preserve="1">
  <p:cSld name="Default">
    <p:bg>
      <p:bgPr>
        <a:solidFill>
          <a:schemeClr val="lt1"/>
        </a:solidFill>
      </p:bgPr>
    </p:bg>
    <p:spTree>
      <p:nvGrpSpPr>
        <p:cNvPr id="1" name=""/>
        <p:cNvGrpSpPr/>
        <p:nvPr/>
      </p:nvGrpSpPr>
      <p:grpSpPr>
        <a:xfrm>
          <a:off x="0" y="0"/>
          <a:ext cx="0" cy="0"/>
          <a:chOff x="0" y="0"/>
          <a:chExt cx="0" cy="0"/>
        </a:xfrm>
      </p:grpSpPr>
      <p:pic>
        <p:nvPicPr>
          <p:cNvPr id="44" name="Google Shape;15;p54" descr=""/>
          <p:cNvPicPr/>
          <p:nvPr/>
        </p:nvPicPr>
        <p:blipFill>
          <a:blip r:embed="rId2"/>
          <a:stretch/>
        </p:blipFill>
        <p:spPr>
          <a:xfrm>
            <a:off x="25560" y="16920"/>
            <a:ext cx="726840" cy="726840"/>
          </a:xfrm>
          <a:prstGeom prst="rect">
            <a:avLst/>
          </a:prstGeom>
          <a:noFill/>
          <a:ln w="0">
            <a:noFill/>
          </a:ln>
        </p:spPr>
      </p:pic>
      <p:sp>
        <p:nvSpPr>
          <p:cNvPr id="45" name="PlaceHolder 1"/>
          <p:cNvSpPr>
            <a:spLocks noGrp="1"/>
          </p:cNvSpPr>
          <p:nvPr>
            <p:ph type="ftr" idx="25"/>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6" name="PlaceHolder 2"/>
          <p:cNvSpPr>
            <a:spLocks noGrp="1"/>
          </p:cNvSpPr>
          <p:nvPr>
            <p:ph type="sldNum" idx="26"/>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99106AF5-005D-40EB-8F51-FC10D813F418}"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47" name="PlaceHolder 3"/>
          <p:cNvSpPr>
            <a:spLocks noGrp="1"/>
          </p:cNvSpPr>
          <p:nvPr>
            <p:ph type="dt" idx="27"/>
          </p:nvPr>
        </p:nvSpPr>
        <p:spPr>
          <a:xfrm>
            <a:off x="457200" y="6356520"/>
            <a:ext cx="2132280" cy="36360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48" name="PlaceHolder 4"/>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49" name="PlaceHolder 5"/>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Default">
    <p:bg>
      <p:bgPr>
        <a:solidFill>
          <a:schemeClr val="lt1"/>
        </a:solidFill>
      </p:bgPr>
    </p:bg>
    <p:spTree>
      <p:nvGrpSpPr>
        <p:cNvPr id="1" name=""/>
        <p:cNvGrpSpPr/>
        <p:nvPr/>
      </p:nvGrpSpPr>
      <p:grpSpPr>
        <a:xfrm>
          <a:off x="0" y="0"/>
          <a:ext cx="0" cy="0"/>
          <a:chOff x="0" y="0"/>
          <a:chExt cx="0" cy="0"/>
        </a:xfrm>
      </p:grpSpPr>
      <p:pic>
        <p:nvPicPr>
          <p:cNvPr id="56" name="Google Shape;15;p54" descr=""/>
          <p:cNvPicPr/>
          <p:nvPr/>
        </p:nvPicPr>
        <p:blipFill>
          <a:blip r:embed="rId2"/>
          <a:stretch/>
        </p:blipFill>
        <p:spPr>
          <a:xfrm>
            <a:off x="25560" y="16920"/>
            <a:ext cx="726840" cy="726840"/>
          </a:xfrm>
          <a:prstGeom prst="rect">
            <a:avLst/>
          </a:prstGeom>
          <a:noFill/>
          <a:ln w="0">
            <a:noFill/>
          </a:ln>
        </p:spPr>
      </p:pic>
      <p:sp>
        <p:nvSpPr>
          <p:cNvPr id="57" name="PlaceHolder 1"/>
          <p:cNvSpPr>
            <a:spLocks noGrp="1"/>
          </p:cNvSpPr>
          <p:nvPr>
            <p:ph type="ftr" idx="31"/>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8" name="PlaceHolder 2"/>
          <p:cNvSpPr>
            <a:spLocks noGrp="1"/>
          </p:cNvSpPr>
          <p:nvPr>
            <p:ph type="sldNum" idx="32"/>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F663D50B-0B86-40AF-A7C6-3FCB2BE783B7}"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59" name="PlaceHolder 3"/>
          <p:cNvSpPr>
            <a:spLocks noGrp="1"/>
          </p:cNvSpPr>
          <p:nvPr>
            <p:ph type="dt" idx="33"/>
          </p:nvPr>
        </p:nvSpPr>
        <p:spPr>
          <a:xfrm>
            <a:off x="457200" y="6356520"/>
            <a:ext cx="2132280" cy="36360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60" name="PlaceHolder 4"/>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61" name="PlaceHolder 5"/>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Default">
    <p:bg>
      <p:bgPr>
        <a:solidFill>
          <a:schemeClr val="lt1"/>
        </a:solidFill>
      </p:bgPr>
    </p:bg>
    <p:spTree>
      <p:nvGrpSpPr>
        <p:cNvPr id="1" name=""/>
        <p:cNvGrpSpPr/>
        <p:nvPr/>
      </p:nvGrpSpPr>
      <p:grpSpPr>
        <a:xfrm>
          <a:off x="0" y="0"/>
          <a:ext cx="0" cy="0"/>
          <a:chOff x="0" y="0"/>
          <a:chExt cx="0" cy="0"/>
        </a:xfrm>
      </p:grpSpPr>
      <p:pic>
        <p:nvPicPr>
          <p:cNvPr id="62" name="Google Shape;15;p54" descr=""/>
          <p:cNvPicPr/>
          <p:nvPr/>
        </p:nvPicPr>
        <p:blipFill>
          <a:blip r:embed="rId2"/>
          <a:stretch/>
        </p:blipFill>
        <p:spPr>
          <a:xfrm>
            <a:off x="25560" y="16920"/>
            <a:ext cx="726840" cy="726840"/>
          </a:xfrm>
          <a:prstGeom prst="rect">
            <a:avLst/>
          </a:prstGeom>
          <a:noFill/>
          <a:ln w="0">
            <a:noFill/>
          </a:ln>
        </p:spPr>
      </p:pic>
      <p:sp>
        <p:nvSpPr>
          <p:cNvPr id="63" name="PlaceHolder 1"/>
          <p:cNvSpPr>
            <a:spLocks noGrp="1"/>
          </p:cNvSpPr>
          <p:nvPr>
            <p:ph type="ftr" idx="34"/>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64" name="PlaceHolder 2"/>
          <p:cNvSpPr>
            <a:spLocks noGrp="1"/>
          </p:cNvSpPr>
          <p:nvPr>
            <p:ph type="sldNum" idx="35"/>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6F7615BC-E95A-4BC2-9D9B-7610A18813EA}"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65" name="PlaceHolder 3"/>
          <p:cNvSpPr>
            <a:spLocks noGrp="1"/>
          </p:cNvSpPr>
          <p:nvPr>
            <p:ph type="dt" idx="36"/>
          </p:nvPr>
        </p:nvSpPr>
        <p:spPr>
          <a:xfrm>
            <a:off x="457200" y="6356520"/>
            <a:ext cx="2132280" cy="36360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66" name="PlaceHolder 4"/>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67" name="PlaceHolder 5"/>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chemeClr val="lt1"/>
        </a:solidFill>
      </p:bgPr>
    </p:bg>
    <p:spTree>
      <p:nvGrpSpPr>
        <p:cNvPr id="1" name=""/>
        <p:cNvGrpSpPr/>
        <p:nvPr/>
      </p:nvGrpSpPr>
      <p:grpSpPr>
        <a:xfrm>
          <a:off x="0" y="0"/>
          <a:ext cx="0" cy="0"/>
          <a:chOff x="0" y="0"/>
          <a:chExt cx="0" cy="0"/>
        </a:xfrm>
      </p:grpSpPr>
      <p:pic>
        <p:nvPicPr>
          <p:cNvPr id="50" name="Google Shape;15;p54" descr=""/>
          <p:cNvPicPr/>
          <p:nvPr/>
        </p:nvPicPr>
        <p:blipFill>
          <a:blip r:embed="rId2"/>
          <a:stretch/>
        </p:blipFill>
        <p:spPr>
          <a:xfrm>
            <a:off x="25560" y="16920"/>
            <a:ext cx="726840" cy="726840"/>
          </a:xfrm>
          <a:prstGeom prst="rect">
            <a:avLst/>
          </a:prstGeom>
          <a:noFill/>
          <a:ln w="0">
            <a:noFill/>
          </a:ln>
        </p:spPr>
      </p:pic>
      <p:sp>
        <p:nvSpPr>
          <p:cNvPr id="51" name="PlaceHolder 1"/>
          <p:cNvSpPr>
            <a:spLocks noGrp="1"/>
          </p:cNvSpPr>
          <p:nvPr>
            <p:ph type="ftr" idx="28"/>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52" name="PlaceHolder 2"/>
          <p:cNvSpPr>
            <a:spLocks noGrp="1"/>
          </p:cNvSpPr>
          <p:nvPr>
            <p:ph type="sldNum" idx="29"/>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B8183F67-5B00-4A76-B743-8AC6B5C31C58}"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53" name="PlaceHolder 3"/>
          <p:cNvSpPr>
            <a:spLocks noGrp="1"/>
          </p:cNvSpPr>
          <p:nvPr>
            <p:ph type="dt" idx="30"/>
          </p:nvPr>
        </p:nvSpPr>
        <p:spPr>
          <a:xfrm>
            <a:off x="457200" y="6356520"/>
            <a:ext cx="2132280" cy="36360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54" name="PlaceHolder 4"/>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55" name="PlaceHolder 5"/>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and Content">
    <p:bg>
      <p:bgPr>
        <a:solidFill>
          <a:schemeClr val="lt1"/>
        </a:solidFill>
      </p:bgPr>
    </p:bg>
    <p:spTree>
      <p:nvGrpSpPr>
        <p:cNvPr id="1" name=""/>
        <p:cNvGrpSpPr/>
        <p:nvPr/>
      </p:nvGrpSpPr>
      <p:grpSpPr>
        <a:xfrm>
          <a:off x="0" y="0"/>
          <a:ext cx="0" cy="0"/>
          <a:chOff x="0" y="0"/>
          <a:chExt cx="0" cy="0"/>
        </a:xfrm>
      </p:grpSpPr>
      <p:pic>
        <p:nvPicPr>
          <p:cNvPr id="68" name="Google Shape;15;p54" descr=""/>
          <p:cNvPicPr/>
          <p:nvPr/>
        </p:nvPicPr>
        <p:blipFill>
          <a:blip r:embed="rId2"/>
          <a:stretch/>
        </p:blipFill>
        <p:spPr>
          <a:xfrm>
            <a:off x="25560" y="16920"/>
            <a:ext cx="726840" cy="726840"/>
          </a:xfrm>
          <a:prstGeom prst="rect">
            <a:avLst/>
          </a:prstGeom>
          <a:noFill/>
          <a:ln w="0">
            <a:noFill/>
          </a:ln>
        </p:spPr>
      </p:pic>
      <p:sp>
        <p:nvSpPr>
          <p:cNvPr id="69" name="PlaceHolder 1"/>
          <p:cNvSpPr>
            <a:spLocks noGrp="1"/>
          </p:cNvSpPr>
          <p:nvPr>
            <p:ph type="title"/>
          </p:nvPr>
        </p:nvSpPr>
        <p:spPr>
          <a:xfrm>
            <a:off x="457200" y="708480"/>
            <a:ext cx="82285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0" name="PlaceHolder 2"/>
          <p:cNvSpPr>
            <a:spLocks noGrp="1"/>
          </p:cNvSpPr>
          <p:nvPr>
            <p:ph type="body"/>
          </p:nvPr>
        </p:nvSpPr>
        <p:spPr>
          <a:xfrm>
            <a:off x="457200" y="1604520"/>
            <a:ext cx="822852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71" name="PlaceHolder 3"/>
          <p:cNvSpPr>
            <a:spLocks noGrp="1"/>
          </p:cNvSpPr>
          <p:nvPr>
            <p:ph type="ftr" idx="37"/>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72" name="PlaceHolder 4"/>
          <p:cNvSpPr>
            <a:spLocks noGrp="1"/>
          </p:cNvSpPr>
          <p:nvPr>
            <p:ph type="sldNum" idx="38"/>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654F2A2D-F5E5-411D-B8FA-C4E24C4533F4}"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73" name="PlaceHolder 5"/>
          <p:cNvSpPr>
            <a:spLocks noGrp="1"/>
          </p:cNvSpPr>
          <p:nvPr>
            <p:ph type="dt" idx="39"/>
          </p:nvPr>
        </p:nvSpPr>
        <p:spPr>
          <a:xfrm>
            <a:off x="457200" y="6356520"/>
            <a:ext cx="2132280" cy="36360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Default 1">
    <p:bg>
      <p:bgPr>
        <a:solidFill>
          <a:schemeClr val="lt1"/>
        </a:solidFill>
      </p:bgPr>
    </p:bg>
    <p:spTree>
      <p:nvGrpSpPr>
        <p:cNvPr id="1" name=""/>
        <p:cNvGrpSpPr/>
        <p:nvPr/>
      </p:nvGrpSpPr>
      <p:grpSpPr>
        <a:xfrm>
          <a:off x="0" y="0"/>
          <a:ext cx="0" cy="0"/>
          <a:chOff x="0" y="0"/>
          <a:chExt cx="0" cy="0"/>
        </a:xfrm>
      </p:grpSpPr>
      <p:pic>
        <p:nvPicPr>
          <p:cNvPr id="74" name="Google Shape;15;p54" descr=""/>
          <p:cNvPicPr/>
          <p:nvPr/>
        </p:nvPicPr>
        <p:blipFill>
          <a:blip r:embed="rId2"/>
          <a:stretch/>
        </p:blipFill>
        <p:spPr>
          <a:xfrm>
            <a:off x="25560" y="16920"/>
            <a:ext cx="726840" cy="726840"/>
          </a:xfrm>
          <a:prstGeom prst="rect">
            <a:avLst/>
          </a:prstGeom>
          <a:noFill/>
          <a:ln w="0">
            <a:noFill/>
          </a:ln>
        </p:spPr>
      </p:pic>
      <p:sp>
        <p:nvSpPr>
          <p:cNvPr id="75" name="PlaceHolder 1"/>
          <p:cNvSpPr>
            <a:spLocks noGrp="1"/>
          </p:cNvSpPr>
          <p:nvPr>
            <p:ph type="title"/>
          </p:nvPr>
        </p:nvSpPr>
        <p:spPr>
          <a:xfrm>
            <a:off x="457200" y="708480"/>
            <a:ext cx="82285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76" name="PlaceHolder 2"/>
          <p:cNvSpPr>
            <a:spLocks noGrp="1"/>
          </p:cNvSpPr>
          <p:nvPr>
            <p:ph type="ftr" idx="40"/>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77" name="PlaceHolder 3"/>
          <p:cNvSpPr>
            <a:spLocks noGrp="1"/>
          </p:cNvSpPr>
          <p:nvPr>
            <p:ph type="sldNum" idx="41"/>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F974E979-C518-42B1-B0D0-BBEC34BF0406}"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78" name="PlaceHolder 4"/>
          <p:cNvSpPr>
            <a:spLocks noGrp="1"/>
          </p:cNvSpPr>
          <p:nvPr>
            <p:ph type="dt" idx="42"/>
          </p:nvPr>
        </p:nvSpPr>
        <p:spPr>
          <a:xfrm>
            <a:off x="457200" y="6356520"/>
            <a:ext cx="2132280" cy="36360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Default 2">
    <p:bg>
      <p:bgPr>
        <a:solidFill>
          <a:schemeClr val="lt1"/>
        </a:solidFill>
      </p:bgPr>
    </p:bg>
    <p:spTree>
      <p:nvGrpSpPr>
        <p:cNvPr id="1" name=""/>
        <p:cNvGrpSpPr/>
        <p:nvPr/>
      </p:nvGrpSpPr>
      <p:grpSpPr>
        <a:xfrm>
          <a:off x="0" y="0"/>
          <a:ext cx="0" cy="0"/>
          <a:chOff x="0" y="0"/>
          <a:chExt cx="0" cy="0"/>
        </a:xfrm>
      </p:grpSpPr>
      <p:pic>
        <p:nvPicPr>
          <p:cNvPr id="79" name="Google Shape;15;p54" descr=""/>
          <p:cNvPicPr/>
          <p:nvPr/>
        </p:nvPicPr>
        <p:blipFill>
          <a:blip r:embed="rId2"/>
          <a:stretch/>
        </p:blipFill>
        <p:spPr>
          <a:xfrm>
            <a:off x="25560" y="16920"/>
            <a:ext cx="726840" cy="726840"/>
          </a:xfrm>
          <a:prstGeom prst="rect">
            <a:avLst/>
          </a:prstGeom>
          <a:noFill/>
          <a:ln w="0">
            <a:noFill/>
          </a:ln>
        </p:spPr>
      </p:pic>
      <p:sp>
        <p:nvSpPr>
          <p:cNvPr id="80" name="PlaceHolder 1"/>
          <p:cNvSpPr>
            <a:spLocks noGrp="1"/>
          </p:cNvSpPr>
          <p:nvPr>
            <p:ph type="title"/>
          </p:nvPr>
        </p:nvSpPr>
        <p:spPr>
          <a:xfrm>
            <a:off x="457200" y="708480"/>
            <a:ext cx="82285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1" name="PlaceHolder 2"/>
          <p:cNvSpPr>
            <a:spLocks noGrp="1"/>
          </p:cNvSpPr>
          <p:nvPr>
            <p:ph type="body"/>
          </p:nvPr>
        </p:nvSpPr>
        <p:spPr>
          <a:xfrm>
            <a:off x="457200" y="1604520"/>
            <a:ext cx="401508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2" name="PlaceHolder 3"/>
          <p:cNvSpPr>
            <a:spLocks noGrp="1"/>
          </p:cNvSpPr>
          <p:nvPr>
            <p:ph type="body"/>
          </p:nvPr>
        </p:nvSpPr>
        <p:spPr>
          <a:xfrm>
            <a:off x="4674240" y="1604520"/>
            <a:ext cx="401508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3" name="PlaceHolder 4"/>
          <p:cNvSpPr>
            <a:spLocks noGrp="1"/>
          </p:cNvSpPr>
          <p:nvPr>
            <p:ph type="ftr" idx="43"/>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84" name="PlaceHolder 5"/>
          <p:cNvSpPr>
            <a:spLocks noGrp="1"/>
          </p:cNvSpPr>
          <p:nvPr>
            <p:ph type="sldNum" idx="44"/>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487A2E29-AC28-45D9-82B4-F2C7D64AA2D5}"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85" name="PlaceHolder 6"/>
          <p:cNvSpPr>
            <a:spLocks noGrp="1"/>
          </p:cNvSpPr>
          <p:nvPr>
            <p:ph type="dt" idx="45"/>
          </p:nvPr>
        </p:nvSpPr>
        <p:spPr>
          <a:xfrm>
            <a:off x="457200" y="6356520"/>
            <a:ext cx="2132280" cy="36360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OverObj" preserve="1">
  <p:cSld name="Default 3">
    <p:bg>
      <p:bgPr>
        <a:solidFill>
          <a:schemeClr val="lt1"/>
        </a:solidFill>
      </p:bgPr>
    </p:bg>
    <p:spTree>
      <p:nvGrpSpPr>
        <p:cNvPr id="1" name=""/>
        <p:cNvGrpSpPr/>
        <p:nvPr/>
      </p:nvGrpSpPr>
      <p:grpSpPr>
        <a:xfrm>
          <a:off x="0" y="0"/>
          <a:ext cx="0" cy="0"/>
          <a:chOff x="0" y="0"/>
          <a:chExt cx="0" cy="0"/>
        </a:xfrm>
      </p:grpSpPr>
      <p:pic>
        <p:nvPicPr>
          <p:cNvPr id="86" name="Google Shape;15;p54" descr=""/>
          <p:cNvPicPr/>
          <p:nvPr/>
        </p:nvPicPr>
        <p:blipFill>
          <a:blip r:embed="rId2"/>
          <a:stretch/>
        </p:blipFill>
        <p:spPr>
          <a:xfrm>
            <a:off x="25560" y="16920"/>
            <a:ext cx="726840" cy="726840"/>
          </a:xfrm>
          <a:prstGeom prst="rect">
            <a:avLst/>
          </a:prstGeom>
          <a:noFill/>
          <a:ln w="0">
            <a:noFill/>
          </a:ln>
        </p:spPr>
      </p:pic>
      <p:sp>
        <p:nvSpPr>
          <p:cNvPr id="87" name="PlaceHolder 1"/>
          <p:cNvSpPr>
            <a:spLocks noGrp="1"/>
          </p:cNvSpPr>
          <p:nvPr>
            <p:ph type="title"/>
          </p:nvPr>
        </p:nvSpPr>
        <p:spPr>
          <a:xfrm>
            <a:off x="457200" y="708480"/>
            <a:ext cx="8228520" cy="274680"/>
          </a:xfrm>
          <a:prstGeom prst="rect">
            <a:avLst/>
          </a:prstGeom>
          <a:noFill/>
          <a:ln w="0">
            <a:noFill/>
          </a:ln>
        </p:spPr>
        <p:txBody>
          <a:bodyPr lIns="0" rIns="0" tIns="0" bIns="0" anchor="ctr">
            <a:spAutoFit/>
          </a:bodyPr>
          <a:p>
            <a:pPr indent="0">
              <a:lnSpc>
                <a:spcPct val="100000"/>
              </a:lnSpc>
              <a:buNone/>
              <a:tabLst>
                <a:tab algn="l" pos="0"/>
              </a:tabLst>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88" name="PlaceHolder 2"/>
          <p:cNvSpPr>
            <a:spLocks noGrp="1"/>
          </p:cNvSpPr>
          <p:nvPr>
            <p:ph type="body"/>
          </p:nvPr>
        </p:nvSpPr>
        <p:spPr>
          <a:xfrm>
            <a:off x="457200" y="1604520"/>
            <a:ext cx="822852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89" name="PlaceHolder 3"/>
          <p:cNvSpPr>
            <a:spLocks noGrp="1"/>
          </p:cNvSpPr>
          <p:nvPr>
            <p:ph type="body"/>
          </p:nvPr>
        </p:nvSpPr>
        <p:spPr>
          <a:xfrm>
            <a:off x="457200" y="1604520"/>
            <a:ext cx="822852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90" name="PlaceHolder 4"/>
          <p:cNvSpPr>
            <a:spLocks noGrp="1"/>
          </p:cNvSpPr>
          <p:nvPr>
            <p:ph type="ftr" idx="46"/>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1" name="PlaceHolder 5"/>
          <p:cNvSpPr>
            <a:spLocks noGrp="1"/>
          </p:cNvSpPr>
          <p:nvPr>
            <p:ph type="sldNum" idx="47"/>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125B74CB-55B2-437E-AFC7-7A172D4B7BB5}"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92" name="PlaceHolder 6"/>
          <p:cNvSpPr>
            <a:spLocks noGrp="1"/>
          </p:cNvSpPr>
          <p:nvPr>
            <p:ph type="dt" idx="48"/>
          </p:nvPr>
        </p:nvSpPr>
        <p:spPr>
          <a:xfrm>
            <a:off x="457200" y="6356520"/>
            <a:ext cx="2132280" cy="36360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Default 4">
    <p:bg>
      <p:bgPr>
        <a:solidFill>
          <a:schemeClr val="lt1"/>
        </a:solidFill>
      </p:bgPr>
    </p:bg>
    <p:spTree>
      <p:nvGrpSpPr>
        <p:cNvPr id="1" name=""/>
        <p:cNvGrpSpPr/>
        <p:nvPr/>
      </p:nvGrpSpPr>
      <p:grpSpPr>
        <a:xfrm>
          <a:off x="0" y="0"/>
          <a:ext cx="0" cy="0"/>
          <a:chOff x="0" y="0"/>
          <a:chExt cx="0" cy="0"/>
        </a:xfrm>
      </p:grpSpPr>
      <p:pic>
        <p:nvPicPr>
          <p:cNvPr id="93" name="Google Shape;15;p54" descr=""/>
          <p:cNvPicPr/>
          <p:nvPr/>
        </p:nvPicPr>
        <p:blipFill>
          <a:blip r:embed="rId2"/>
          <a:stretch/>
        </p:blipFill>
        <p:spPr>
          <a:xfrm>
            <a:off x="25560" y="16920"/>
            <a:ext cx="726840" cy="726840"/>
          </a:xfrm>
          <a:prstGeom prst="rect">
            <a:avLst/>
          </a:prstGeom>
          <a:noFill/>
          <a:ln w="0">
            <a:noFill/>
          </a:ln>
        </p:spPr>
      </p:pic>
      <p:sp>
        <p:nvSpPr>
          <p:cNvPr id="94" name="PlaceHolder 1"/>
          <p:cNvSpPr>
            <a:spLocks noGrp="1"/>
          </p:cNvSpPr>
          <p:nvPr>
            <p:ph type="ftr" idx="49"/>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5" name="PlaceHolder 2"/>
          <p:cNvSpPr>
            <a:spLocks noGrp="1"/>
          </p:cNvSpPr>
          <p:nvPr>
            <p:ph type="sldNum" idx="50"/>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31C51E61-4128-45F5-BAC5-6460B4E53A08}"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96" name="PlaceHolder 3"/>
          <p:cNvSpPr>
            <a:spLocks noGrp="1"/>
          </p:cNvSpPr>
          <p:nvPr>
            <p:ph type="dt" idx="51"/>
          </p:nvPr>
        </p:nvSpPr>
        <p:spPr>
          <a:xfrm>
            <a:off x="457200" y="6356520"/>
            <a:ext cx="2132280" cy="36360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Default 6">
    <p:bg>
      <p:bgPr>
        <a:solidFill>
          <a:schemeClr val="lt1"/>
        </a:solidFill>
      </p:bgPr>
    </p:bg>
    <p:spTree>
      <p:nvGrpSpPr>
        <p:cNvPr id="1" name=""/>
        <p:cNvGrpSpPr/>
        <p:nvPr/>
      </p:nvGrpSpPr>
      <p:grpSpPr>
        <a:xfrm>
          <a:off x="0" y="0"/>
          <a:ext cx="0" cy="0"/>
          <a:chOff x="0" y="0"/>
          <a:chExt cx="0" cy="0"/>
        </a:xfrm>
      </p:grpSpPr>
      <p:pic>
        <p:nvPicPr>
          <p:cNvPr id="97" name="Google Shape;15;p54" descr=""/>
          <p:cNvPicPr/>
          <p:nvPr/>
        </p:nvPicPr>
        <p:blipFill>
          <a:blip r:embed="rId2"/>
          <a:stretch/>
        </p:blipFill>
        <p:spPr>
          <a:xfrm>
            <a:off x="25560" y="16920"/>
            <a:ext cx="726840" cy="726840"/>
          </a:xfrm>
          <a:prstGeom prst="rect">
            <a:avLst/>
          </a:prstGeom>
          <a:noFill/>
          <a:ln w="0">
            <a:noFill/>
          </a:ln>
        </p:spPr>
      </p:pic>
      <p:sp>
        <p:nvSpPr>
          <p:cNvPr id="98" name="PlaceHolder 1"/>
          <p:cNvSpPr>
            <a:spLocks noGrp="1"/>
          </p:cNvSpPr>
          <p:nvPr>
            <p:ph type="ftr" idx="52"/>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99" name="PlaceHolder 2"/>
          <p:cNvSpPr>
            <a:spLocks noGrp="1"/>
          </p:cNvSpPr>
          <p:nvPr>
            <p:ph type="sldNum" idx="53"/>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56B7790F-77BD-4629-AA10-F99AFC2F31D4}"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100" name="PlaceHolder 3"/>
          <p:cNvSpPr>
            <a:spLocks noGrp="1"/>
          </p:cNvSpPr>
          <p:nvPr>
            <p:ph type="dt" idx="54"/>
          </p:nvPr>
        </p:nvSpPr>
        <p:spPr>
          <a:xfrm>
            <a:off x="457200" y="6356520"/>
            <a:ext cx="2132280" cy="36360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OverObj" preserve="1">
  <p:cSld name="Default 7">
    <p:bg>
      <p:bgPr>
        <a:solidFill>
          <a:schemeClr val="lt1"/>
        </a:solidFill>
      </p:bgPr>
    </p:bg>
    <p:spTree>
      <p:nvGrpSpPr>
        <p:cNvPr id="1" name=""/>
        <p:cNvGrpSpPr/>
        <p:nvPr/>
      </p:nvGrpSpPr>
      <p:grpSpPr>
        <a:xfrm>
          <a:off x="0" y="0"/>
          <a:ext cx="0" cy="0"/>
          <a:chOff x="0" y="0"/>
          <a:chExt cx="0" cy="0"/>
        </a:xfrm>
      </p:grpSpPr>
      <p:pic>
        <p:nvPicPr>
          <p:cNvPr id="101" name="Google Shape;15;p54" descr=""/>
          <p:cNvPicPr/>
          <p:nvPr/>
        </p:nvPicPr>
        <p:blipFill>
          <a:blip r:embed="rId2"/>
          <a:stretch/>
        </p:blipFill>
        <p:spPr>
          <a:xfrm>
            <a:off x="25560" y="16920"/>
            <a:ext cx="726840" cy="726840"/>
          </a:xfrm>
          <a:prstGeom prst="rect">
            <a:avLst/>
          </a:prstGeom>
          <a:noFill/>
          <a:ln w="0">
            <a:noFill/>
          </a:ln>
        </p:spPr>
      </p:pic>
      <p:sp>
        <p:nvSpPr>
          <p:cNvPr id="102" name="PlaceHolder 1"/>
          <p:cNvSpPr>
            <a:spLocks noGrp="1"/>
          </p:cNvSpPr>
          <p:nvPr>
            <p:ph type="ftr" idx="55"/>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03" name="PlaceHolder 2"/>
          <p:cNvSpPr>
            <a:spLocks noGrp="1"/>
          </p:cNvSpPr>
          <p:nvPr>
            <p:ph type="sldNum" idx="56"/>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BB402BD5-91EE-4594-ABEF-7C13CCFB168C}"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104" name="PlaceHolder 3"/>
          <p:cNvSpPr>
            <a:spLocks noGrp="1"/>
          </p:cNvSpPr>
          <p:nvPr>
            <p:ph type="dt" idx="57"/>
          </p:nvPr>
        </p:nvSpPr>
        <p:spPr>
          <a:xfrm>
            <a:off x="457200" y="6356520"/>
            <a:ext cx="2132280" cy="36360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05" name="PlaceHolder 4"/>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06" name="PlaceHolder 5"/>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Default 8">
    <p:bg>
      <p:bgPr>
        <a:solidFill>
          <a:schemeClr val="lt1"/>
        </a:solidFill>
      </p:bgPr>
    </p:bg>
    <p:spTree>
      <p:nvGrpSpPr>
        <p:cNvPr id="1" name=""/>
        <p:cNvGrpSpPr/>
        <p:nvPr/>
      </p:nvGrpSpPr>
      <p:grpSpPr>
        <a:xfrm>
          <a:off x="0" y="0"/>
          <a:ext cx="0" cy="0"/>
          <a:chOff x="0" y="0"/>
          <a:chExt cx="0" cy="0"/>
        </a:xfrm>
      </p:grpSpPr>
      <p:pic>
        <p:nvPicPr>
          <p:cNvPr id="107" name="Google Shape;15;p54" descr=""/>
          <p:cNvPicPr/>
          <p:nvPr/>
        </p:nvPicPr>
        <p:blipFill>
          <a:blip r:embed="rId2"/>
          <a:stretch/>
        </p:blipFill>
        <p:spPr>
          <a:xfrm>
            <a:off x="25560" y="16920"/>
            <a:ext cx="726840" cy="726840"/>
          </a:xfrm>
          <a:prstGeom prst="rect">
            <a:avLst/>
          </a:prstGeom>
          <a:noFill/>
          <a:ln w="0">
            <a:noFill/>
          </a:ln>
        </p:spPr>
      </p:pic>
      <p:sp>
        <p:nvSpPr>
          <p:cNvPr id="108" name="PlaceHolder 1"/>
          <p:cNvSpPr>
            <a:spLocks noGrp="1"/>
          </p:cNvSpPr>
          <p:nvPr>
            <p:ph type="ftr" idx="58"/>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09" name="PlaceHolder 2"/>
          <p:cNvSpPr>
            <a:spLocks noGrp="1"/>
          </p:cNvSpPr>
          <p:nvPr>
            <p:ph type="sldNum" idx="59"/>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09D1EC21-4B26-46B9-AE6B-3DE956EB4301}"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110" name="PlaceHolder 3"/>
          <p:cNvSpPr>
            <a:spLocks noGrp="1"/>
          </p:cNvSpPr>
          <p:nvPr>
            <p:ph type="dt" idx="60"/>
          </p:nvPr>
        </p:nvSpPr>
        <p:spPr>
          <a:xfrm>
            <a:off x="457200" y="6356520"/>
            <a:ext cx="2132280" cy="363600"/>
          </a:xfrm>
          <a:prstGeom prst="rect">
            <a:avLst/>
          </a:prstGeom>
          <a:noFill/>
          <a:ln w="0">
            <a:noFill/>
          </a:ln>
        </p:spPr>
        <p:txBody>
          <a:bodyPr lIns="91440" rIns="91440" tIns="45720" bIns="45720" anchor="ctr">
            <a:noAutofit/>
          </a:bodyPr>
          <a:lstStyle>
            <a:lvl1pPr indent="0">
              <a:lnSpc>
                <a:spcPct val="100000"/>
              </a:lnSpc>
              <a:buNone/>
              <a:tabLst>
                <a:tab algn="l" pos="0"/>
              </a:tabLst>
              <a:defRPr b="0" lang="en-US" sz="1400" strike="noStrike" u="none">
                <a:solidFill>
                  <a:srgbClr val="000000"/>
                </a:solidFill>
                <a:effectLst/>
                <a:uFillTx/>
                <a:latin typeface="Times New Roman"/>
              </a:defRPr>
            </a:lvl1pPr>
          </a:lstStyle>
          <a:p>
            <a:pPr indent="0">
              <a:lnSpc>
                <a:spcPct val="100000"/>
              </a:lnSpc>
              <a:buNone/>
              <a:tabLst>
                <a:tab algn="l" pos="0"/>
              </a:tabLst>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
        <p:nvSpPr>
          <p:cNvPr id="111" name="PlaceHolder 4"/>
          <p:cNvSpPr>
            <a:spLocks noGrp="1"/>
          </p:cNvSpPr>
          <p:nvPr>
            <p:ph type="title"/>
          </p:nvPr>
        </p:nvSpPr>
        <p:spPr>
          <a:xfrm>
            <a:off x="457200" y="273600"/>
            <a:ext cx="8228880" cy="1144440"/>
          </a:xfrm>
          <a:prstGeom prst="rect">
            <a:avLst/>
          </a:prstGeom>
          <a:noFill/>
          <a:ln w="0">
            <a:noFill/>
          </a:ln>
        </p:spPr>
        <p:txBody>
          <a:bodyPr lIns="0" rIns="0" tIns="0" bIns="0" anchor="ctr">
            <a:noAutofit/>
          </a:bodyPr>
          <a:p>
            <a:pPr indent="0" algn="ctr">
              <a:lnSpc>
                <a:spcPct val="100000"/>
              </a:lnSpc>
              <a:buNone/>
              <a:tabLst>
                <a:tab algn="l" pos="0"/>
              </a:tabLst>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112" name="PlaceHolder 5"/>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OBJECT">
    <p:spTree>
      <p:nvGrpSpPr>
        <p:cNvPr id="1" name=""/>
        <p:cNvGrpSpPr/>
        <p:nvPr/>
      </p:nvGrpSpPr>
      <p:grpSpPr>
        <a:xfrm>
          <a:off x="0" y="0"/>
          <a:ext cx="0" cy="0"/>
          <a:chOff x="0" y="0"/>
          <a:chExt cx="0" cy="0"/>
        </a:xfrm>
      </p:grpSpPr>
      <p:sp>
        <p:nvSpPr>
          <p:cNvPr id="119" name="PlaceHolder 1"/>
          <p:cNvSpPr>
            <a:spLocks noGrp="1"/>
          </p:cNvSpPr>
          <p:nvPr>
            <p:ph type="title"/>
          </p:nvPr>
        </p:nvSpPr>
        <p:spPr>
          <a:xfrm>
            <a:off x="457200" y="273600"/>
            <a:ext cx="8228880" cy="114444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20" name="PlaceHolder 2"/>
          <p:cNvSpPr>
            <a:spLocks noGrp="1"/>
          </p:cNvSpPr>
          <p:nvPr>
            <p:ph/>
          </p:nvPr>
        </p:nvSpPr>
        <p:spPr>
          <a:xfrm>
            <a:off x="457200" y="1604520"/>
            <a:ext cx="8228880" cy="39769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61"/>
          </p:nvPr>
        </p:nvSpPr>
        <p:spPr/>
        <p:txBody>
          <a:bodyPr/>
          <a:p>
            <a:r>
              <a:t>Footer</a:t>
            </a:r>
          </a:p>
        </p:txBody>
      </p:sp>
      <p:sp>
        <p:nvSpPr>
          <p:cNvPr id="5" name="PlaceHolder 4"/>
          <p:cNvSpPr>
            <a:spLocks noGrp="1"/>
          </p:cNvSpPr>
          <p:nvPr>
            <p:ph type="sldNum" idx="62"/>
          </p:nvPr>
        </p:nvSpPr>
        <p:spPr/>
        <p:txBody>
          <a:bodyPr/>
          <a:p>
            <a:fld id="{E54840EB-F7BB-4A45-BB7A-BA93B9CD204E}" type="slidenum">
              <a:t>&lt;#&gt;</a:t>
            </a:fld>
          </a:p>
        </p:txBody>
      </p:sp>
      <p:sp>
        <p:nvSpPr>
          <p:cNvPr id="6" name="PlaceHolder 5"/>
          <p:cNvSpPr>
            <a:spLocks noGrp="1"/>
          </p:cNvSpPr>
          <p:nvPr>
            <p:ph type="dt" idx="63"/>
          </p:nvPr>
        </p:nvSpPr>
        <p:spPr/>
        <p:txBody>
          <a:bodyPr/>
          <a:p>
            <a:r>
              <a:rPr lang="en-U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_ONLY">
    <p:spTree>
      <p:nvGrpSpPr>
        <p:cNvPr id="1" name=""/>
        <p:cNvGrpSpPr/>
        <p:nvPr/>
      </p:nvGrpSpPr>
      <p:grpSpPr>
        <a:xfrm>
          <a:off x="0" y="0"/>
          <a:ext cx="0" cy="0"/>
          <a:chOff x="0" y="0"/>
          <a:chExt cx="0" cy="0"/>
        </a:xfrm>
      </p:grpSpPr>
      <p:sp>
        <p:nvSpPr>
          <p:cNvPr id="126" name="PlaceHolder 1"/>
          <p:cNvSpPr>
            <a:spLocks noGrp="1"/>
          </p:cNvSpPr>
          <p:nvPr>
            <p:ph type="title"/>
          </p:nvPr>
        </p:nvSpPr>
        <p:spPr>
          <a:xfrm>
            <a:off x="457200" y="273600"/>
            <a:ext cx="8228880" cy="114444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3" name="PlaceHolder 2"/>
          <p:cNvSpPr>
            <a:spLocks noGrp="1"/>
          </p:cNvSpPr>
          <p:nvPr>
            <p:ph type="ftr" idx="64"/>
          </p:nvPr>
        </p:nvSpPr>
        <p:spPr/>
        <p:txBody>
          <a:bodyPr/>
          <a:p>
            <a:r>
              <a:t>Footer</a:t>
            </a:r>
          </a:p>
        </p:txBody>
      </p:sp>
      <p:sp>
        <p:nvSpPr>
          <p:cNvPr id="4" name="PlaceHolder 3"/>
          <p:cNvSpPr>
            <a:spLocks noGrp="1"/>
          </p:cNvSpPr>
          <p:nvPr>
            <p:ph type="sldNum" idx="65"/>
          </p:nvPr>
        </p:nvSpPr>
        <p:spPr/>
        <p:txBody>
          <a:bodyPr/>
          <a:p>
            <a:fld id="{025D6A3E-7335-4ECF-9290-AD613DD788C0}" type="slidenum">
              <a:t>&lt;#&gt;</a:t>
            </a:fld>
          </a:p>
        </p:txBody>
      </p:sp>
      <p:sp>
        <p:nvSpPr>
          <p:cNvPr id="5" name="PlaceHolder 4"/>
          <p:cNvSpPr>
            <a:spLocks noGrp="1"/>
          </p:cNvSpPr>
          <p:nvPr>
            <p:ph type="dt" idx="66"/>
          </p:nvPr>
        </p:nvSpPr>
        <p:spPr/>
        <p:txBody>
          <a:bodyPr/>
          <a:p>
            <a:r>
              <a:rPr lang="en-U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ftr" idx="67"/>
          </p:nvPr>
        </p:nvSpPr>
        <p:spPr/>
        <p:txBody>
          <a:bodyPr/>
          <a:p>
            <a:r>
              <a:t>Footer</a:t>
            </a:r>
          </a:p>
        </p:txBody>
      </p:sp>
      <p:sp>
        <p:nvSpPr>
          <p:cNvPr id="3" name="PlaceHolder 2"/>
          <p:cNvSpPr>
            <a:spLocks noGrp="1"/>
          </p:cNvSpPr>
          <p:nvPr>
            <p:ph type="sldNum" idx="68"/>
          </p:nvPr>
        </p:nvSpPr>
        <p:spPr/>
        <p:txBody>
          <a:bodyPr/>
          <a:p>
            <a:fld id="{D0DC0E3A-85E3-4072-8874-77FB065AC919}" type="slidenum">
              <a:t>&lt;#&gt;</a:t>
            </a:fld>
          </a:p>
        </p:txBody>
      </p:sp>
      <p:sp>
        <p:nvSpPr>
          <p:cNvPr id="4" name="PlaceHolder 3"/>
          <p:cNvSpPr>
            <a:spLocks noGrp="1"/>
          </p:cNvSpPr>
          <p:nvPr>
            <p:ph type="dt" idx="69"/>
          </p:nvPr>
        </p:nvSpPr>
        <p:spPr/>
        <p:txBody>
          <a:bodyPr/>
          <a:p>
            <a:r>
              <a:rPr lang="en-U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_OBJECTS">
    <p:spTree>
      <p:nvGrpSpPr>
        <p:cNvPr id="1" name=""/>
        <p:cNvGrpSpPr/>
        <p:nvPr/>
      </p:nvGrpSpPr>
      <p:grpSpPr>
        <a:xfrm>
          <a:off x="0" y="0"/>
          <a:ext cx="0" cy="0"/>
          <a:chOff x="0" y="0"/>
          <a:chExt cx="0" cy="0"/>
        </a:xfrm>
      </p:grpSpPr>
      <p:sp>
        <p:nvSpPr>
          <p:cNvPr id="138" name="PlaceHolder 1"/>
          <p:cNvSpPr>
            <a:spLocks noGrp="1"/>
          </p:cNvSpPr>
          <p:nvPr>
            <p:ph type="title"/>
          </p:nvPr>
        </p:nvSpPr>
        <p:spPr>
          <a:xfrm>
            <a:off x="457200" y="273600"/>
            <a:ext cx="8228880" cy="114444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39" name="PlaceHolder 2"/>
          <p:cNvSpPr>
            <a:spLocks noGrp="1"/>
          </p:cNvSpPr>
          <p:nvPr>
            <p:ph/>
          </p:nvPr>
        </p:nvSpPr>
        <p:spPr>
          <a:xfrm>
            <a:off x="457200" y="1604520"/>
            <a:ext cx="4015440" cy="39769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140" name="PlaceHolder 3"/>
          <p:cNvSpPr>
            <a:spLocks noGrp="1"/>
          </p:cNvSpPr>
          <p:nvPr>
            <p:ph/>
          </p:nvPr>
        </p:nvSpPr>
        <p:spPr>
          <a:xfrm>
            <a:off x="4673880" y="1604520"/>
            <a:ext cx="4015440" cy="39769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5" name="PlaceHolder 4"/>
          <p:cNvSpPr>
            <a:spLocks noGrp="1"/>
          </p:cNvSpPr>
          <p:nvPr>
            <p:ph type="ftr" idx="70"/>
          </p:nvPr>
        </p:nvSpPr>
        <p:spPr/>
        <p:txBody>
          <a:bodyPr/>
          <a:p>
            <a:r>
              <a:t>Footer</a:t>
            </a:r>
          </a:p>
        </p:txBody>
      </p:sp>
      <p:sp>
        <p:nvSpPr>
          <p:cNvPr id="6" name="PlaceHolder 5"/>
          <p:cNvSpPr>
            <a:spLocks noGrp="1"/>
          </p:cNvSpPr>
          <p:nvPr>
            <p:ph type="sldNum" idx="71"/>
          </p:nvPr>
        </p:nvSpPr>
        <p:spPr/>
        <p:txBody>
          <a:bodyPr/>
          <a:p>
            <a:fld id="{14332C15-7AA6-4BA0-9006-80ED77D1D484}" type="slidenum">
              <a:t>&lt;#&gt;</a:t>
            </a:fld>
          </a:p>
        </p:txBody>
      </p:sp>
      <p:sp>
        <p:nvSpPr>
          <p:cNvPr id="7" name="PlaceHolder 6"/>
          <p:cNvSpPr>
            <a:spLocks noGrp="1"/>
          </p:cNvSpPr>
          <p:nvPr>
            <p:ph type="dt" idx="72"/>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_OBJECTS_WITH_TEXT">
    <p:spTree>
      <p:nvGrpSpPr>
        <p:cNvPr id="1" name=""/>
        <p:cNvGrpSpPr/>
        <p:nvPr/>
      </p:nvGrpSpPr>
      <p:grpSpPr>
        <a:xfrm>
          <a:off x="0" y="0"/>
          <a:ext cx="0" cy="0"/>
          <a:chOff x="0" y="0"/>
          <a:chExt cx="0" cy="0"/>
        </a:xfrm>
      </p:grpSpPr>
      <p:sp>
        <p:nvSpPr>
          <p:cNvPr id="2" name="PlaceHolder 1"/>
          <p:cNvSpPr>
            <a:spLocks noGrp="1"/>
          </p:cNvSpPr>
          <p:nvPr>
            <p:ph type="ftr" idx="73"/>
          </p:nvPr>
        </p:nvSpPr>
        <p:spPr/>
        <p:txBody>
          <a:bodyPr/>
          <a:p>
            <a:r>
              <a:t>Footer</a:t>
            </a:r>
          </a:p>
        </p:txBody>
      </p:sp>
      <p:sp>
        <p:nvSpPr>
          <p:cNvPr id="3" name="PlaceHolder 2"/>
          <p:cNvSpPr>
            <a:spLocks noGrp="1"/>
          </p:cNvSpPr>
          <p:nvPr>
            <p:ph type="sldNum" idx="74"/>
          </p:nvPr>
        </p:nvSpPr>
        <p:spPr/>
        <p:txBody>
          <a:bodyPr/>
          <a:p>
            <a:fld id="{9816C985-65A2-42AA-9568-44E29EA070FD}" type="slidenum">
              <a:t>&lt;#&gt;</a:t>
            </a:fld>
          </a:p>
        </p:txBody>
      </p:sp>
      <p:sp>
        <p:nvSpPr>
          <p:cNvPr id="4" name="PlaceHolder 3"/>
          <p:cNvSpPr>
            <a:spLocks noGrp="1"/>
          </p:cNvSpPr>
          <p:nvPr>
            <p:ph type="dt" idx="75"/>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1_Title and Content">
    <p:spTree>
      <p:nvGrpSpPr>
        <p:cNvPr id="1" name=""/>
        <p:cNvGrpSpPr/>
        <p:nvPr/>
      </p:nvGrpSpPr>
      <p:grpSpPr>
        <a:xfrm>
          <a:off x="0" y="0"/>
          <a:ext cx="0" cy="0"/>
          <a:chOff x="0" y="0"/>
          <a:chExt cx="0" cy="0"/>
        </a:xfrm>
      </p:grpSpPr>
      <p:sp>
        <p:nvSpPr>
          <p:cNvPr id="150" name="PlaceHolder 1"/>
          <p:cNvSpPr>
            <a:spLocks noGrp="1"/>
          </p:cNvSpPr>
          <p:nvPr>
            <p:ph type="title"/>
          </p:nvPr>
        </p:nvSpPr>
        <p:spPr>
          <a:xfrm>
            <a:off x="457200" y="273600"/>
            <a:ext cx="8228880" cy="1144440"/>
          </a:xfrm>
          <a:prstGeom prst="rect">
            <a:avLst/>
          </a:prstGeom>
          <a:noFill/>
          <a:ln w="0">
            <a:noFill/>
          </a:ln>
        </p:spPr>
        <p:txBody>
          <a:bodyPr lIns="0" rIns="0" tIns="0" bIns="0" anchor="ctr">
            <a:spAutoFit/>
          </a:bodyPr>
          <a:p>
            <a:pPr indent="0" algn="ctr">
              <a:buNone/>
            </a:pPr>
            <a:endParaRPr b="0" lang="en-US" sz="4400" strike="noStrike" u="none">
              <a:solidFill>
                <a:srgbClr val="000000"/>
              </a:solidFill>
              <a:effectLst/>
              <a:uFillTx/>
              <a:latin typeface="Arial"/>
            </a:endParaRPr>
          </a:p>
        </p:txBody>
      </p:sp>
      <p:sp>
        <p:nvSpPr>
          <p:cNvPr id="151" name="PlaceHolder 2"/>
          <p:cNvSpPr>
            <a:spLocks noGrp="1"/>
          </p:cNvSpPr>
          <p:nvPr>
            <p:ph/>
          </p:nvPr>
        </p:nvSpPr>
        <p:spPr>
          <a:xfrm>
            <a:off x="457200" y="1604520"/>
            <a:ext cx="8228880" cy="3976920"/>
          </a:xfrm>
          <a:prstGeom prst="rect">
            <a:avLst/>
          </a:prstGeom>
          <a:noFill/>
          <a:ln w="0">
            <a:noFill/>
          </a:ln>
        </p:spPr>
        <p:txBody>
          <a:bodyPr lIns="0" rIns="0" tIns="0" bIns="0" anchor="t">
            <a:normAutofit/>
          </a:bodyPr>
          <a:p>
            <a:pPr indent="0">
              <a:spcBef>
                <a:spcPts val="1417"/>
              </a:spcBef>
              <a:buNone/>
            </a:pPr>
            <a:endParaRPr b="0" lang="en-US" sz="3200" strike="noStrike" u="none">
              <a:solidFill>
                <a:srgbClr val="000000"/>
              </a:solidFill>
              <a:effectLst/>
              <a:uFillTx/>
              <a:latin typeface="Arial"/>
            </a:endParaRPr>
          </a:p>
        </p:txBody>
      </p:sp>
      <p:sp>
        <p:nvSpPr>
          <p:cNvPr id="4" name="PlaceHolder 3"/>
          <p:cNvSpPr>
            <a:spLocks noGrp="1"/>
          </p:cNvSpPr>
          <p:nvPr>
            <p:ph type="ftr" idx="76"/>
          </p:nvPr>
        </p:nvSpPr>
        <p:spPr/>
        <p:txBody>
          <a:bodyPr/>
          <a:p>
            <a:r>
              <a:t>Footer</a:t>
            </a:r>
          </a:p>
        </p:txBody>
      </p:sp>
      <p:sp>
        <p:nvSpPr>
          <p:cNvPr id="5" name="PlaceHolder 4"/>
          <p:cNvSpPr>
            <a:spLocks noGrp="1"/>
          </p:cNvSpPr>
          <p:nvPr>
            <p:ph type="sldNum" idx="77"/>
          </p:nvPr>
        </p:nvSpPr>
        <p:spPr/>
        <p:txBody>
          <a:bodyPr/>
          <a:p>
            <a:fld id="{15B924D3-7C00-4E94-9AEE-525311CE6CE7}" type="slidenum">
              <a:t>&lt;#&gt;</a:t>
            </a:fld>
          </a:p>
        </p:txBody>
      </p:sp>
      <p:sp>
        <p:nvSpPr>
          <p:cNvPr id="6" name="PlaceHolder 5"/>
          <p:cNvSpPr>
            <a:spLocks noGrp="1"/>
          </p:cNvSpPr>
          <p:nvPr>
            <p:ph type="dt" idx="78"/>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pn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pn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pn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pn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 Id="rId9" Type="http://schemas.openxmlformats.org/officeDocument/2006/relationships/slideLayout" Target="../slideLayouts/slideLayout15.xml"/><Relationship Id="rId10" Type="http://schemas.openxmlformats.org/officeDocument/2006/relationships/slideLayout" Target="../slideLayouts/slideLayout16.xml"/><Relationship Id="rId11" Type="http://schemas.openxmlformats.org/officeDocument/2006/relationships/slideLayout" Target="../slideLayouts/slideLayout17.xml"/><Relationship Id="rId12" Type="http://schemas.openxmlformats.org/officeDocument/2006/relationships/slideLayout" Target="../slideLayouts/slideLayout18.xml"/><Relationship Id="rId13" Type="http://schemas.openxmlformats.org/officeDocument/2006/relationships/slideLayout" Target="../slideLayouts/slideLayout19.xml"/><Relationship Id="rId14" Type="http://schemas.openxmlformats.org/officeDocument/2006/relationships/slideLayout" Target="../slideLayouts/slideLayout20.xml"/>
</Relationships>
</file>

<file path=ppt/slideMasters/_rels/slideMaster18.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png"/><Relationship Id="rId3" Type="http://schemas.openxmlformats.org/officeDocument/2006/relationships/slideLayout" Target="../slideLayouts/slideLayout21.xml"/>
</Relationships>
</file>

<file path=ppt/slideMasters/_rels/slideMaster19.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png"/><Relationship Id="rId3" Type="http://schemas.openxmlformats.org/officeDocument/2006/relationships/slideLayout" Target="../slideLayouts/slideLayout22.xml"/>
</Relationships>
</file>

<file path=ppt/slideMasters/_rels/slideMaster20.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png"/><Relationship Id="rId3" Type="http://schemas.openxmlformats.org/officeDocument/2006/relationships/slideLayout" Target="../slideLayouts/slideLayout23.xml"/>
</Relationships>
</file>

<file path=ppt/slideMasters/_rels/slideMaster21.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png"/><Relationship Id="rId3" Type="http://schemas.openxmlformats.org/officeDocument/2006/relationships/slideLayout" Target="../slideLayouts/slideLayout24.xml"/>
</Relationships>
</file>

<file path=ppt/slideMasters/_rels/slideMaster22.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png"/><Relationship Id="rId3" Type="http://schemas.openxmlformats.org/officeDocument/2006/relationships/slideLayout" Target="../slideLayouts/slideLayout25.xml"/>
</Relationships>
</file>

<file path=ppt/slideMasters/_rels/slideMaster23.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slideLayout" Target="../slideLayouts/slideLayout2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 name="Google Shape;15;p54" descr=""/>
          <p:cNvPicPr/>
          <p:nvPr/>
        </p:nvPicPr>
        <p:blipFill>
          <a:blip r:embed="rId2"/>
          <a:stretch/>
        </p:blipFill>
        <p:spPr>
          <a:xfrm>
            <a:off x="25560" y="16920"/>
            <a:ext cx="726840" cy="726840"/>
          </a:xfrm>
          <a:prstGeom prst="rect">
            <a:avLst/>
          </a:prstGeom>
          <a:noFill/>
          <a:ln w="0">
            <a:noFill/>
          </a:ln>
        </p:spPr>
      </p:pic>
      <p:sp>
        <p:nvSpPr>
          <p:cNvPr id="3" name="PlaceHolder 1"/>
          <p:cNvSpPr>
            <a:spLocks noGrp="1"/>
          </p:cNvSpPr>
          <p:nvPr>
            <p:ph type="ftr" idx="1"/>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4" name="PlaceHolder 2"/>
          <p:cNvSpPr>
            <a:spLocks noGrp="1"/>
          </p:cNvSpPr>
          <p:nvPr>
            <p:ph type="sldNum" idx="2"/>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2319C811-1471-45CD-8371-D4F752C465D5}"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5" name="PlaceHolder 3"/>
          <p:cNvSpPr>
            <a:spLocks noGrp="1"/>
          </p:cNvSpPr>
          <p:nvPr>
            <p:ph type="dt" idx="3"/>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6" name="Google Shape;15;p54" descr=""/>
          <p:cNvPicPr/>
          <p:nvPr/>
        </p:nvPicPr>
        <p:blipFill>
          <a:blip r:embed="rId2"/>
          <a:stretch/>
        </p:blipFill>
        <p:spPr>
          <a:xfrm>
            <a:off x="25560" y="16920"/>
            <a:ext cx="726840" cy="726840"/>
          </a:xfrm>
          <a:prstGeom prst="rect">
            <a:avLst/>
          </a:prstGeom>
          <a:noFill/>
          <a:ln w="0">
            <a:noFill/>
          </a:ln>
        </p:spPr>
      </p:pic>
      <p:sp>
        <p:nvSpPr>
          <p:cNvPr id="7" name="PlaceHolder 1"/>
          <p:cNvSpPr>
            <a:spLocks noGrp="1"/>
          </p:cNvSpPr>
          <p:nvPr>
            <p:ph type="ftr" idx="4"/>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8" name="PlaceHolder 2"/>
          <p:cNvSpPr>
            <a:spLocks noGrp="1"/>
          </p:cNvSpPr>
          <p:nvPr>
            <p:ph type="sldNum" idx="5"/>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4D5219D8-3B66-45BB-9631-5A589FFDB877}" type="slidenum">
              <a:rPr b="0" lang="en-US" sz="1200" strike="noStrike" u="none">
                <a:solidFill>
                  <a:srgbClr val="888888"/>
                </a:solidFill>
                <a:effectLst/>
                <a:uFillTx/>
                <a:latin typeface="Calibri"/>
                <a:ea typeface="Calibri"/>
              </a:rPr>
              <a:t>1</a:t>
            </a:fld>
            <a:endParaRPr b="0" lang="en-US" sz="1200" strike="noStrike" u="none">
              <a:solidFill>
                <a:srgbClr val="000000"/>
              </a:solidFill>
              <a:effectLst/>
              <a:uFillTx/>
              <a:latin typeface="Times New Roman"/>
            </a:endParaRPr>
          </a:p>
        </p:txBody>
      </p:sp>
      <p:sp>
        <p:nvSpPr>
          <p:cNvPr id="9" name="PlaceHolder 3"/>
          <p:cNvSpPr>
            <a:spLocks noGrp="1"/>
          </p:cNvSpPr>
          <p:nvPr>
            <p:ph type="dt" idx="6"/>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0" name="Google Shape;15;p54" descr=""/>
          <p:cNvPicPr/>
          <p:nvPr/>
        </p:nvPicPr>
        <p:blipFill>
          <a:blip r:embed="rId2"/>
          <a:stretch/>
        </p:blipFill>
        <p:spPr>
          <a:xfrm>
            <a:off x="25560" y="16920"/>
            <a:ext cx="726840" cy="726840"/>
          </a:xfrm>
          <a:prstGeom prst="rect">
            <a:avLst/>
          </a:prstGeom>
          <a:noFill/>
          <a:ln w="0">
            <a:noFill/>
          </a:ln>
        </p:spPr>
      </p:pic>
      <p:sp>
        <p:nvSpPr>
          <p:cNvPr id="11" name="PlaceHolder 1"/>
          <p:cNvSpPr>
            <a:spLocks noGrp="1"/>
          </p:cNvSpPr>
          <p:nvPr>
            <p:ph type="ftr" idx="7"/>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12" name="PlaceHolder 2"/>
          <p:cNvSpPr>
            <a:spLocks noGrp="1"/>
          </p:cNvSpPr>
          <p:nvPr>
            <p:ph type="sldNum" idx="8"/>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7D973C6D-6C02-45A0-AA8E-F64E5FA137C8}" type="slidenum">
              <a:rPr b="0" lang="en-US" sz="1200" strike="noStrike" u="none">
                <a:solidFill>
                  <a:srgbClr val="888888"/>
                </a:solidFill>
                <a:effectLst/>
                <a:uFillTx/>
                <a:latin typeface="Calibri"/>
                <a:ea typeface="Calibri"/>
              </a:rPr>
              <a:t>1</a:t>
            </a:fld>
            <a:endParaRPr b="0" lang="en-US" sz="1200" strike="noStrike" u="none">
              <a:solidFill>
                <a:srgbClr val="000000"/>
              </a:solidFill>
              <a:effectLst/>
              <a:uFillTx/>
              <a:latin typeface="Times New Roman"/>
            </a:endParaRPr>
          </a:p>
        </p:txBody>
      </p:sp>
      <p:sp>
        <p:nvSpPr>
          <p:cNvPr id="13" name="PlaceHolder 3"/>
          <p:cNvSpPr>
            <a:spLocks noGrp="1"/>
          </p:cNvSpPr>
          <p:nvPr>
            <p:ph type="dt" idx="9"/>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4" name="Google Shape;15;p54" descr=""/>
          <p:cNvPicPr/>
          <p:nvPr/>
        </p:nvPicPr>
        <p:blipFill>
          <a:blip r:embed="rId2"/>
          <a:stretch/>
        </p:blipFill>
        <p:spPr>
          <a:xfrm>
            <a:off x="25560" y="16920"/>
            <a:ext cx="726840" cy="726840"/>
          </a:xfrm>
          <a:prstGeom prst="rect">
            <a:avLst/>
          </a:prstGeom>
          <a:noFill/>
          <a:ln w="0">
            <a:noFill/>
          </a:ln>
        </p:spPr>
      </p:pic>
      <p:sp>
        <p:nvSpPr>
          <p:cNvPr id="15" name="PlaceHolder 1"/>
          <p:cNvSpPr>
            <a:spLocks noGrp="1"/>
          </p:cNvSpPr>
          <p:nvPr>
            <p:ph type="ftr" idx="10"/>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16" name="PlaceHolder 2"/>
          <p:cNvSpPr>
            <a:spLocks noGrp="1"/>
          </p:cNvSpPr>
          <p:nvPr>
            <p:ph type="sldNum" idx="11"/>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6703186D-5346-4E6B-A04B-7A92429788BD}" type="slidenum">
              <a:rPr b="0" lang="en-US" sz="1200" strike="noStrike" u="none">
                <a:solidFill>
                  <a:srgbClr val="888888"/>
                </a:solidFill>
                <a:effectLst/>
                <a:uFillTx/>
                <a:latin typeface="Calibri"/>
                <a:ea typeface="Calibri"/>
              </a:rPr>
              <a:t>1</a:t>
            </a:fld>
            <a:endParaRPr b="0" lang="en-US" sz="1200" strike="noStrike" u="none">
              <a:solidFill>
                <a:srgbClr val="000000"/>
              </a:solidFill>
              <a:effectLst/>
              <a:uFillTx/>
              <a:latin typeface="Times New Roman"/>
            </a:endParaRPr>
          </a:p>
        </p:txBody>
      </p:sp>
      <p:sp>
        <p:nvSpPr>
          <p:cNvPr id="17" name="PlaceHolder 3"/>
          <p:cNvSpPr>
            <a:spLocks noGrp="1"/>
          </p:cNvSpPr>
          <p:nvPr>
            <p:ph type="dt" idx="12"/>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8" name="Google Shape;15;p54" descr=""/>
          <p:cNvPicPr/>
          <p:nvPr/>
        </p:nvPicPr>
        <p:blipFill>
          <a:blip r:embed="rId2"/>
          <a:stretch/>
        </p:blipFill>
        <p:spPr>
          <a:xfrm>
            <a:off x="25560" y="16920"/>
            <a:ext cx="726840" cy="726840"/>
          </a:xfrm>
          <a:prstGeom prst="rect">
            <a:avLst/>
          </a:prstGeom>
          <a:noFill/>
          <a:ln w="0">
            <a:noFill/>
          </a:ln>
        </p:spPr>
      </p:pic>
      <p:sp>
        <p:nvSpPr>
          <p:cNvPr id="19" name="PlaceHolder 1"/>
          <p:cNvSpPr>
            <a:spLocks noGrp="1"/>
          </p:cNvSpPr>
          <p:nvPr>
            <p:ph type="ftr" idx="13"/>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20" name="PlaceHolder 2"/>
          <p:cNvSpPr>
            <a:spLocks noGrp="1"/>
          </p:cNvSpPr>
          <p:nvPr>
            <p:ph type="sldNum" idx="14"/>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9BB80A33-EBD2-4308-A20A-CDCA0FE4255F}" type="slidenum">
              <a:rPr b="0" lang="en-US" sz="1200" strike="noStrike" u="none">
                <a:solidFill>
                  <a:srgbClr val="888888"/>
                </a:solidFill>
                <a:effectLst/>
                <a:uFillTx/>
                <a:latin typeface="Calibri"/>
                <a:ea typeface="Calibri"/>
              </a:rPr>
              <a:t>1</a:t>
            </a:fld>
            <a:endParaRPr b="0" lang="en-US" sz="1200" strike="noStrike" u="none">
              <a:solidFill>
                <a:srgbClr val="000000"/>
              </a:solidFill>
              <a:effectLst/>
              <a:uFillTx/>
              <a:latin typeface="Times New Roman"/>
            </a:endParaRPr>
          </a:p>
        </p:txBody>
      </p:sp>
      <p:sp>
        <p:nvSpPr>
          <p:cNvPr id="21" name="PlaceHolder 3"/>
          <p:cNvSpPr>
            <a:spLocks noGrp="1"/>
          </p:cNvSpPr>
          <p:nvPr>
            <p:ph type="dt" idx="15"/>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2" name="Google Shape;15;p54" descr=""/>
          <p:cNvPicPr/>
          <p:nvPr/>
        </p:nvPicPr>
        <p:blipFill>
          <a:blip r:embed="rId2"/>
          <a:stretch/>
        </p:blipFill>
        <p:spPr>
          <a:xfrm>
            <a:off x="25560" y="16920"/>
            <a:ext cx="726840" cy="726840"/>
          </a:xfrm>
          <a:prstGeom prst="rect">
            <a:avLst/>
          </a:prstGeom>
          <a:noFill/>
          <a:ln w="0">
            <a:noFill/>
          </a:ln>
        </p:spPr>
      </p:pic>
      <p:sp>
        <p:nvSpPr>
          <p:cNvPr id="23" name="PlaceHolder 1"/>
          <p:cNvSpPr>
            <a:spLocks noGrp="1"/>
          </p:cNvSpPr>
          <p:nvPr>
            <p:ph type="ftr" idx="16"/>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24" name="PlaceHolder 2"/>
          <p:cNvSpPr>
            <a:spLocks noGrp="1"/>
          </p:cNvSpPr>
          <p:nvPr>
            <p:ph type="sldNum" idx="17"/>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5A0484E1-BF83-4F9B-9D31-2C42176A92B6}" type="slidenum">
              <a:rPr b="0" lang="en-US" sz="1200" strike="noStrike" u="none">
                <a:solidFill>
                  <a:srgbClr val="888888"/>
                </a:solidFill>
                <a:effectLst/>
                <a:uFillTx/>
                <a:latin typeface="Calibri"/>
                <a:ea typeface="Calibri"/>
              </a:rPr>
              <a:t>1</a:t>
            </a:fld>
            <a:endParaRPr b="0" lang="en-US" sz="1200" strike="noStrike" u="none">
              <a:solidFill>
                <a:srgbClr val="000000"/>
              </a:solidFill>
              <a:effectLst/>
              <a:uFillTx/>
              <a:latin typeface="Times New Roman"/>
            </a:endParaRPr>
          </a:p>
        </p:txBody>
      </p:sp>
      <p:sp>
        <p:nvSpPr>
          <p:cNvPr id="25" name="PlaceHolder 3"/>
          <p:cNvSpPr>
            <a:spLocks noGrp="1"/>
          </p:cNvSpPr>
          <p:nvPr>
            <p:ph type="dt" idx="18"/>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26" name="PlaceHolder 4"/>
          <p:cNvSpPr>
            <a:spLocks noGrp="1"/>
          </p:cNvSpPr>
          <p:nvPr>
            <p:ph type="title"/>
          </p:nvPr>
        </p:nvSpPr>
        <p:spPr>
          <a:xfrm>
            <a:off x="457200" y="273600"/>
            <a:ext cx="8229240" cy="1144800"/>
          </a:xfrm>
          <a:prstGeom prst="rect">
            <a:avLst/>
          </a:prstGeom>
          <a:noFill/>
          <a:ln w="0">
            <a:noFill/>
          </a:ln>
        </p:spPr>
        <p:txBody>
          <a:bodyPr lIns="0" rIns="0" tIns="0" bIns="0" anchor="ctr">
            <a:noAutofit/>
          </a:bodyPr>
          <a:p>
            <a:pPr indent="0" algn="ctr">
              <a:buNone/>
            </a:pPr>
            <a:r>
              <a:rPr b="0" lang="en-US" sz="4400" strike="noStrike" u="none">
                <a:solidFill>
                  <a:srgbClr val="000000"/>
                </a:solidFill>
                <a:effectLst/>
                <a:uFillTx/>
                <a:latin typeface="Arial"/>
              </a:rPr>
              <a:t>Click to edit the title text format</a:t>
            </a:r>
            <a:endParaRPr b="0" lang="en-US" sz="4400" strike="noStrike" u="none">
              <a:solidFill>
                <a:srgbClr val="000000"/>
              </a:solidFill>
              <a:effectLst/>
              <a:uFillTx/>
              <a:latin typeface="Arial"/>
            </a:endParaRPr>
          </a:p>
        </p:txBody>
      </p:sp>
      <p:sp>
        <p:nvSpPr>
          <p:cNvPr id="27" name="PlaceHolder 5"/>
          <p:cNvSpPr>
            <a:spLocks noGrp="1"/>
          </p:cNvSpPr>
          <p:nvPr>
            <p:ph type="body"/>
          </p:nvPr>
        </p:nvSpPr>
        <p:spPr>
          <a:xfrm>
            <a:off x="457200" y="1604520"/>
            <a:ext cx="82292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trike="noStrike" u="none">
                <a:solidFill>
                  <a:srgbClr val="000000"/>
                </a:solidFill>
                <a:effectLst/>
                <a:uFillTx/>
                <a:latin typeface="Arial"/>
              </a:rPr>
              <a:t>Click to edit the outline text format</a:t>
            </a:r>
            <a:endParaRPr b="0" lang="en-US"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2800" strike="noStrike" u="none">
                <a:solidFill>
                  <a:srgbClr val="000000"/>
                </a:solidFill>
                <a:effectLst/>
                <a:uFillTx/>
                <a:latin typeface="Arial"/>
              </a:rPr>
              <a:t>Second Outline Level</a:t>
            </a:r>
            <a:endParaRPr b="0" lang="en-US"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2400" strike="noStrike" u="none">
                <a:solidFill>
                  <a:srgbClr val="000000"/>
                </a:solidFill>
                <a:effectLst/>
                <a:uFillTx/>
                <a:latin typeface="Arial"/>
              </a:rPr>
              <a:t>Third Outline Level</a:t>
            </a:r>
            <a:endParaRPr b="0" lang="en-US"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2000" strike="noStrike" u="none">
                <a:solidFill>
                  <a:srgbClr val="000000"/>
                </a:solidFill>
                <a:effectLst/>
                <a:uFillTx/>
                <a:latin typeface="Arial"/>
              </a:rPr>
              <a:t>Fourth Outline Level</a:t>
            </a:r>
            <a:endParaRPr b="0" lang="en-US"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Fifth Outline Level</a:t>
            </a:r>
            <a:endParaRPr b="0" lang="en-US"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Sixth Outline Level</a:t>
            </a:r>
            <a:endParaRPr b="0" lang="en-US"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2000" strike="noStrike" u="none">
                <a:solidFill>
                  <a:srgbClr val="000000"/>
                </a:solidFill>
                <a:effectLst/>
                <a:uFillTx/>
                <a:latin typeface="Arial"/>
              </a:rPr>
              <a:t>Seventh Outline Level</a:t>
            </a:r>
            <a:endParaRPr b="0" lang="en-US"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28" name="Google Shape;15;p54" descr=""/>
          <p:cNvPicPr/>
          <p:nvPr/>
        </p:nvPicPr>
        <p:blipFill>
          <a:blip r:embed="rId2"/>
          <a:stretch/>
        </p:blipFill>
        <p:spPr>
          <a:xfrm>
            <a:off x="25560" y="16920"/>
            <a:ext cx="726840" cy="726840"/>
          </a:xfrm>
          <a:prstGeom prst="rect">
            <a:avLst/>
          </a:prstGeom>
          <a:noFill/>
          <a:ln w="0">
            <a:noFill/>
          </a:ln>
        </p:spPr>
      </p:pic>
      <p:sp>
        <p:nvSpPr>
          <p:cNvPr id="29" name="PlaceHolder 1"/>
          <p:cNvSpPr>
            <a:spLocks noGrp="1"/>
          </p:cNvSpPr>
          <p:nvPr>
            <p:ph type="title"/>
          </p:nvPr>
        </p:nvSpPr>
        <p:spPr>
          <a:xfrm>
            <a:off x="457200" y="708480"/>
            <a:ext cx="82288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30"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1" name="PlaceHolder 3"/>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32" name="PlaceHolder 4"/>
          <p:cNvSpPr>
            <a:spLocks noGrp="1"/>
          </p:cNvSpPr>
          <p:nvPr>
            <p:ph type="ftr" idx="19"/>
          </p:nvPr>
        </p:nvSpPr>
        <p:spPr>
          <a:xfrm>
            <a:off x="3124080" y="6245280"/>
            <a:ext cx="2894040" cy="47484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33" name="PlaceHolder 5"/>
          <p:cNvSpPr>
            <a:spLocks noGrp="1"/>
          </p:cNvSpPr>
          <p:nvPr>
            <p:ph type="sldNum" idx="20"/>
          </p:nvPr>
        </p:nvSpPr>
        <p:spPr>
          <a:xfrm>
            <a:off x="6553080" y="6245280"/>
            <a:ext cx="2132280" cy="47484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2CA5697F-BBF3-413C-986A-FDDB2046D107}"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34" name="PlaceHolder 6"/>
          <p:cNvSpPr>
            <a:spLocks noGrp="1"/>
          </p:cNvSpPr>
          <p:nvPr>
            <p:ph type="dt" idx="21"/>
          </p:nvPr>
        </p:nvSpPr>
        <p:spPr>
          <a:xfrm>
            <a:off x="457200" y="6245280"/>
            <a:ext cx="2132280" cy="47484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13" name="Google Shape;15;p54" descr=""/>
          <p:cNvPicPr/>
          <p:nvPr/>
        </p:nvPicPr>
        <p:blipFill>
          <a:blip r:embed="rId2"/>
          <a:stretch/>
        </p:blipFill>
        <p:spPr>
          <a:xfrm>
            <a:off x="25560" y="16920"/>
            <a:ext cx="726840" cy="726840"/>
          </a:xfrm>
          <a:prstGeom prst="rect">
            <a:avLst/>
          </a:prstGeom>
          <a:noFill/>
          <a:ln w="0">
            <a:noFill/>
          </a:ln>
        </p:spPr>
      </p:pic>
      <p:sp>
        <p:nvSpPr>
          <p:cNvPr id="114" name="PlaceHolder 1"/>
          <p:cNvSpPr>
            <a:spLocks noGrp="1"/>
          </p:cNvSpPr>
          <p:nvPr>
            <p:ph type="title"/>
          </p:nvPr>
        </p:nvSpPr>
        <p:spPr>
          <a:xfrm>
            <a:off x="457200" y="708480"/>
            <a:ext cx="82288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15"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16" name="PlaceHolder 3"/>
          <p:cNvSpPr>
            <a:spLocks noGrp="1"/>
          </p:cNvSpPr>
          <p:nvPr>
            <p:ph type="ftr" idx="61"/>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17" name="PlaceHolder 4"/>
          <p:cNvSpPr>
            <a:spLocks noGrp="1"/>
          </p:cNvSpPr>
          <p:nvPr>
            <p:ph type="sldNum" idx="62"/>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2D8F68F2-7610-4025-9DAE-745F8635644F}"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118" name="PlaceHolder 5"/>
          <p:cNvSpPr>
            <a:spLocks noGrp="1"/>
          </p:cNvSpPr>
          <p:nvPr>
            <p:ph type="dt" idx="63"/>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7" r:id="rId3"/>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21" name="Google Shape;15;p54" descr=""/>
          <p:cNvPicPr/>
          <p:nvPr/>
        </p:nvPicPr>
        <p:blipFill>
          <a:blip r:embed="rId2"/>
          <a:stretch/>
        </p:blipFill>
        <p:spPr>
          <a:xfrm>
            <a:off x="25560" y="16920"/>
            <a:ext cx="726840" cy="726840"/>
          </a:xfrm>
          <a:prstGeom prst="rect">
            <a:avLst/>
          </a:prstGeom>
          <a:noFill/>
          <a:ln w="0">
            <a:noFill/>
          </a:ln>
        </p:spPr>
      </p:pic>
      <p:sp>
        <p:nvSpPr>
          <p:cNvPr id="122" name="PlaceHolder 1"/>
          <p:cNvSpPr>
            <a:spLocks noGrp="1"/>
          </p:cNvSpPr>
          <p:nvPr>
            <p:ph type="title"/>
          </p:nvPr>
        </p:nvSpPr>
        <p:spPr>
          <a:xfrm>
            <a:off x="457200" y="708480"/>
            <a:ext cx="82288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23" name="PlaceHolder 2"/>
          <p:cNvSpPr>
            <a:spLocks noGrp="1"/>
          </p:cNvSpPr>
          <p:nvPr>
            <p:ph type="ftr" idx="64"/>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124" name="PlaceHolder 3"/>
          <p:cNvSpPr>
            <a:spLocks noGrp="1"/>
          </p:cNvSpPr>
          <p:nvPr>
            <p:ph type="sldNum" idx="65"/>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3F5151F5-7B9F-43AD-B34E-5669EF48239B}" type="slidenum">
              <a:rPr b="0" lang="en-US" sz="1200" strike="noStrike" u="none">
                <a:solidFill>
                  <a:srgbClr val="888888"/>
                </a:solidFill>
                <a:effectLst/>
                <a:uFillTx/>
                <a:latin typeface="Calibri"/>
                <a:ea typeface="Calibri"/>
              </a:rPr>
              <a:t>1</a:t>
            </a:fld>
            <a:endParaRPr b="0" lang="en-US" sz="1200" strike="noStrike" u="none">
              <a:solidFill>
                <a:srgbClr val="000000"/>
              </a:solidFill>
              <a:effectLst/>
              <a:uFillTx/>
              <a:latin typeface="Times New Roman"/>
            </a:endParaRPr>
          </a:p>
        </p:txBody>
      </p:sp>
      <p:sp>
        <p:nvSpPr>
          <p:cNvPr id="125" name="PlaceHolder 4"/>
          <p:cNvSpPr>
            <a:spLocks noGrp="1"/>
          </p:cNvSpPr>
          <p:nvPr>
            <p:ph type="dt" idx="66"/>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9" r:id="rId3"/>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27" name="Google Shape;15;p54" descr=""/>
          <p:cNvPicPr/>
          <p:nvPr/>
        </p:nvPicPr>
        <p:blipFill>
          <a:blip r:embed="rId2"/>
          <a:stretch/>
        </p:blipFill>
        <p:spPr>
          <a:xfrm>
            <a:off x="25560" y="16920"/>
            <a:ext cx="726840" cy="726840"/>
          </a:xfrm>
          <a:prstGeom prst="rect">
            <a:avLst/>
          </a:prstGeom>
          <a:noFill/>
          <a:ln w="0">
            <a:noFill/>
          </a:ln>
        </p:spPr>
      </p:pic>
      <p:sp>
        <p:nvSpPr>
          <p:cNvPr id="128" name="PlaceHolder 1"/>
          <p:cNvSpPr>
            <a:spLocks noGrp="1"/>
          </p:cNvSpPr>
          <p:nvPr>
            <p:ph type="ftr" idx="67"/>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129" name="PlaceHolder 2"/>
          <p:cNvSpPr>
            <a:spLocks noGrp="1"/>
          </p:cNvSpPr>
          <p:nvPr>
            <p:ph type="sldNum" idx="68"/>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A755C597-76C4-4164-955F-08131BDBF87C}" type="slidenum">
              <a:rPr b="0" lang="en-US" sz="1200" strike="noStrike" u="none">
                <a:solidFill>
                  <a:srgbClr val="888888"/>
                </a:solidFill>
                <a:effectLst/>
                <a:uFillTx/>
                <a:latin typeface="Calibri"/>
                <a:ea typeface="Calibri"/>
              </a:rPr>
              <a:t>1</a:t>
            </a:fld>
            <a:endParaRPr b="0" lang="en-US" sz="1200" strike="noStrike" u="none">
              <a:solidFill>
                <a:srgbClr val="000000"/>
              </a:solidFill>
              <a:effectLst/>
              <a:uFillTx/>
              <a:latin typeface="Times New Roman"/>
            </a:endParaRPr>
          </a:p>
        </p:txBody>
      </p:sp>
      <p:sp>
        <p:nvSpPr>
          <p:cNvPr id="130" name="PlaceHolder 3"/>
          <p:cNvSpPr>
            <a:spLocks noGrp="1"/>
          </p:cNvSpPr>
          <p:nvPr>
            <p:ph type="dt" idx="69"/>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1" r:id="rId3"/>
  </p:sldLayoutIdLst>
</p:sldMaster>
</file>

<file path=ppt/slideMasters/slideMaster2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31" name="Google Shape;15;p54" descr=""/>
          <p:cNvPicPr/>
          <p:nvPr/>
        </p:nvPicPr>
        <p:blipFill>
          <a:blip r:embed="rId2"/>
          <a:stretch/>
        </p:blipFill>
        <p:spPr>
          <a:xfrm>
            <a:off x="25560" y="16920"/>
            <a:ext cx="726840" cy="726840"/>
          </a:xfrm>
          <a:prstGeom prst="rect">
            <a:avLst/>
          </a:prstGeom>
          <a:noFill/>
          <a:ln w="0">
            <a:noFill/>
          </a:ln>
        </p:spPr>
      </p:pic>
      <p:sp>
        <p:nvSpPr>
          <p:cNvPr id="132" name="PlaceHolder 1"/>
          <p:cNvSpPr>
            <a:spLocks noGrp="1"/>
          </p:cNvSpPr>
          <p:nvPr>
            <p:ph type="title"/>
          </p:nvPr>
        </p:nvSpPr>
        <p:spPr>
          <a:xfrm>
            <a:off x="457200" y="708480"/>
            <a:ext cx="82288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to edit the title text format</a:t>
            </a:r>
            <a:endParaRPr b="0" lang="en-US" sz="1800" strike="noStrike" u="none">
              <a:solidFill>
                <a:srgbClr val="000000"/>
              </a:solidFill>
              <a:effectLst/>
              <a:uFillTx/>
              <a:latin typeface="Arial"/>
            </a:endParaRPr>
          </a:p>
        </p:txBody>
      </p:sp>
      <p:sp>
        <p:nvSpPr>
          <p:cNvPr id="133" name="PlaceHolder 2"/>
          <p:cNvSpPr>
            <a:spLocks noGrp="1"/>
          </p:cNvSpPr>
          <p:nvPr>
            <p:ph type="body"/>
          </p:nvPr>
        </p:nvSpPr>
        <p:spPr>
          <a:xfrm>
            <a:off x="45720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4" name="PlaceHolder 3"/>
          <p:cNvSpPr>
            <a:spLocks noGrp="1"/>
          </p:cNvSpPr>
          <p:nvPr>
            <p:ph type="body"/>
          </p:nvPr>
        </p:nvSpPr>
        <p:spPr>
          <a:xfrm>
            <a:off x="4674240" y="1604520"/>
            <a:ext cx="401544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35" name="PlaceHolder 4"/>
          <p:cNvSpPr>
            <a:spLocks noGrp="1"/>
          </p:cNvSpPr>
          <p:nvPr>
            <p:ph type="ftr" idx="70"/>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&lt;footer&gt;</a:t>
            </a:r>
            <a:endParaRPr b="0" lang="en-US" sz="1400" strike="noStrike" u="none">
              <a:solidFill>
                <a:srgbClr val="000000"/>
              </a:solidFill>
              <a:effectLst/>
              <a:uFillTx/>
              <a:latin typeface="Times New Roman"/>
            </a:endParaRPr>
          </a:p>
        </p:txBody>
      </p:sp>
      <p:sp>
        <p:nvSpPr>
          <p:cNvPr id="136" name="PlaceHolder 5"/>
          <p:cNvSpPr>
            <a:spLocks noGrp="1"/>
          </p:cNvSpPr>
          <p:nvPr>
            <p:ph type="sldNum" idx="71"/>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BA978BC1-56E4-4EE6-80FF-5697D211DE76}" type="slidenum">
              <a:rPr b="0" lang="en-US" sz="1200" strike="noStrike" u="none">
                <a:solidFill>
                  <a:srgbClr val="888888"/>
                </a:solidFill>
                <a:effectLst/>
                <a:uFillTx/>
                <a:latin typeface="Calibri"/>
                <a:ea typeface="Calibri"/>
              </a:rPr>
              <a:t>&lt;number&gt;</a:t>
            </a:fld>
            <a:endParaRPr b="0" lang="en-US" sz="1200" strike="noStrike" u="none">
              <a:solidFill>
                <a:srgbClr val="000000"/>
              </a:solidFill>
              <a:effectLst/>
              <a:uFillTx/>
              <a:latin typeface="Times New Roman"/>
            </a:endParaRPr>
          </a:p>
        </p:txBody>
      </p:sp>
      <p:sp>
        <p:nvSpPr>
          <p:cNvPr id="137" name="PlaceHolder 6"/>
          <p:cNvSpPr>
            <a:spLocks noGrp="1"/>
          </p:cNvSpPr>
          <p:nvPr>
            <p:ph type="dt" idx="72"/>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3" r:id="rId3"/>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141" name="Google Shape;15;p54" descr=""/>
          <p:cNvPicPr/>
          <p:nvPr/>
        </p:nvPicPr>
        <p:blipFill>
          <a:blip r:embed="rId2"/>
          <a:stretch/>
        </p:blipFill>
        <p:spPr>
          <a:xfrm>
            <a:off x="25560" y="16920"/>
            <a:ext cx="726840" cy="726840"/>
          </a:xfrm>
          <a:prstGeom prst="rect">
            <a:avLst/>
          </a:prstGeom>
          <a:noFill/>
          <a:ln w="0">
            <a:noFill/>
          </a:ln>
        </p:spPr>
      </p:pic>
      <p:sp>
        <p:nvSpPr>
          <p:cNvPr id="142" name="PlaceHolder 1"/>
          <p:cNvSpPr>
            <a:spLocks noGrp="1"/>
          </p:cNvSpPr>
          <p:nvPr>
            <p:ph type="ftr" idx="73"/>
          </p:nvPr>
        </p:nvSpPr>
        <p:spPr>
          <a:xfrm>
            <a:off x="3124080" y="6356520"/>
            <a:ext cx="2894040" cy="36360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US" sz="1400" strike="noStrike" u="none">
                <a:solidFill>
                  <a:srgbClr val="000000"/>
                </a:solidFill>
                <a:effectLst/>
                <a:uFillTx/>
                <a:latin typeface="Times New Roman"/>
              </a:defRPr>
            </a:lvl1pPr>
          </a:lstStyle>
          <a:p>
            <a:pPr indent="0" algn="ctr">
              <a:lnSpc>
                <a:spcPct val="100000"/>
              </a:lnSpc>
              <a:buNone/>
              <a:tabLst>
                <a:tab algn="l" pos="0"/>
              </a:tabLst>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
        <p:nvSpPr>
          <p:cNvPr id="143" name="PlaceHolder 2"/>
          <p:cNvSpPr>
            <a:spLocks noGrp="1"/>
          </p:cNvSpPr>
          <p:nvPr>
            <p:ph type="sldNum" idx="74"/>
          </p:nvPr>
        </p:nvSpPr>
        <p:spPr>
          <a:xfrm>
            <a:off x="6553080" y="6356520"/>
            <a:ext cx="2132280" cy="363600"/>
          </a:xfrm>
          <a:prstGeom prst="rect">
            <a:avLst/>
          </a:prstGeom>
          <a:noFill/>
          <a:ln w="0">
            <a:noFill/>
          </a:ln>
        </p:spPr>
        <p:txBody>
          <a:bodyPr lIns="91440" rIns="91440" tIns="45720" bIns="45720" anchor="ctr">
            <a:noAutofit/>
          </a:bodyPr>
          <a:lstStyle>
            <a:lvl1pPr indent="0" algn="r">
              <a:lnSpc>
                <a:spcPct val="100000"/>
              </a:lnSpc>
              <a:buNone/>
              <a:tabLst>
                <a:tab algn="l" pos="0"/>
              </a:tabLst>
              <a:defRPr b="0" lang="en-US" sz="1200" strike="noStrike" u="none">
                <a:solidFill>
                  <a:srgbClr val="888888"/>
                </a:solidFill>
                <a:effectLst/>
                <a:uFillTx/>
                <a:latin typeface="Calibri"/>
                <a:ea typeface="Calibri"/>
              </a:defRPr>
            </a:lvl1pPr>
          </a:lstStyle>
          <a:p>
            <a:pPr indent="0" algn="r">
              <a:lnSpc>
                <a:spcPct val="100000"/>
              </a:lnSpc>
              <a:buNone/>
              <a:tabLst>
                <a:tab algn="l" pos="0"/>
              </a:tabLst>
            </a:pPr>
            <a:fld id="{99BCB775-4A2B-4E24-8425-CA66F56920D5}" type="slidenum">
              <a:rPr b="0" lang="en-US" sz="1200" strike="noStrike" u="none">
                <a:solidFill>
                  <a:srgbClr val="888888"/>
                </a:solidFill>
                <a:effectLst/>
                <a:uFillTx/>
                <a:latin typeface="Calibri"/>
                <a:ea typeface="Calibri"/>
              </a:rPr>
              <a:t>1</a:t>
            </a:fld>
            <a:endParaRPr b="0" lang="en-US" sz="1200" strike="noStrike" u="none">
              <a:solidFill>
                <a:srgbClr val="000000"/>
              </a:solidFill>
              <a:effectLst/>
              <a:uFillTx/>
              <a:latin typeface="Times New Roman"/>
            </a:endParaRPr>
          </a:p>
        </p:txBody>
      </p:sp>
      <p:sp>
        <p:nvSpPr>
          <p:cNvPr id="144" name="PlaceHolder 3"/>
          <p:cNvSpPr>
            <a:spLocks noGrp="1"/>
          </p:cNvSpPr>
          <p:nvPr>
            <p:ph type="dt" idx="75"/>
          </p:nvPr>
        </p:nvSpPr>
        <p:spPr>
          <a:xfrm>
            <a:off x="457200" y="6356520"/>
            <a:ext cx="2132280" cy="363600"/>
          </a:xfrm>
          <a:prstGeom prst="rect">
            <a:avLst/>
          </a:prstGeom>
          <a:noFill/>
          <a:ln w="0">
            <a:noFill/>
          </a:ln>
        </p:spPr>
        <p:txBody>
          <a:bodyPr lIns="91440" rIns="91440" tIns="45720" bIns="45720" anchor="ctr">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 </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5" r:id="rId3"/>
  </p:sldLayoutIdLst>
</p:sldMaster>
</file>

<file path=ppt/slideMasters/slideMaster2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45" name="PlaceHolder 1"/>
          <p:cNvSpPr>
            <a:spLocks noGrp="1"/>
          </p:cNvSpPr>
          <p:nvPr>
            <p:ph type="title"/>
          </p:nvPr>
        </p:nvSpPr>
        <p:spPr>
          <a:xfrm>
            <a:off x="457200" y="708480"/>
            <a:ext cx="8228880" cy="274680"/>
          </a:xfrm>
          <a:prstGeom prst="rect">
            <a:avLst/>
          </a:prstGeom>
          <a:noFill/>
          <a:ln w="0">
            <a:noFill/>
          </a:ln>
        </p:spPr>
        <p:txBody>
          <a:bodyPr lIns="0" rIns="0" tIns="0" bIns="0" anchor="ctr">
            <a:spAutoFit/>
          </a:bodyPr>
          <a:p>
            <a:pPr indent="0">
              <a:buNone/>
            </a:pPr>
            <a:r>
              <a:rPr b="0" lang="en-US" sz="1800" strike="noStrike" u="none">
                <a:solidFill>
                  <a:srgbClr val="000000"/>
                </a:solidFill>
                <a:effectLst/>
                <a:uFillTx/>
                <a:latin typeface="Arial"/>
              </a:rPr>
              <a:t>Click </a:t>
            </a:r>
            <a:r>
              <a:rPr b="0" lang="en-US" sz="1800" strike="noStrike" u="none">
                <a:solidFill>
                  <a:srgbClr val="000000"/>
                </a:solidFill>
                <a:effectLst/>
                <a:uFillTx/>
                <a:latin typeface="Arial"/>
              </a:rPr>
              <a:t>to edit </a:t>
            </a:r>
            <a:r>
              <a:rPr b="0" lang="en-US" sz="1800" strike="noStrike" u="none">
                <a:solidFill>
                  <a:srgbClr val="000000"/>
                </a:solidFill>
                <a:effectLst/>
                <a:uFillTx/>
                <a:latin typeface="Arial"/>
              </a:rPr>
              <a:t>the </a:t>
            </a:r>
            <a:r>
              <a:rPr b="0" lang="en-US" sz="1800" strike="noStrike" u="none">
                <a:solidFill>
                  <a:srgbClr val="000000"/>
                </a:solidFill>
                <a:effectLst/>
                <a:uFillTx/>
                <a:latin typeface="Arial"/>
              </a:rPr>
              <a:t>title </a:t>
            </a:r>
            <a:r>
              <a:rPr b="0" lang="en-US" sz="1800" strike="noStrike" u="none">
                <a:solidFill>
                  <a:srgbClr val="000000"/>
                </a:solidFill>
                <a:effectLst/>
                <a:uFillTx/>
                <a:latin typeface="Arial"/>
              </a:rPr>
              <a:t>text </a:t>
            </a:r>
            <a:r>
              <a:rPr b="0" lang="en-US" sz="1800" strike="noStrike" u="none">
                <a:solidFill>
                  <a:srgbClr val="000000"/>
                </a:solidFill>
                <a:effectLst/>
                <a:uFillTx/>
                <a:latin typeface="Arial"/>
              </a:rPr>
              <a:t>format</a:t>
            </a:r>
            <a:endParaRPr b="0" lang="en-US" sz="1800" strike="noStrike" u="none">
              <a:solidFill>
                <a:srgbClr val="000000"/>
              </a:solidFill>
              <a:effectLst/>
              <a:uFillTx/>
              <a:latin typeface="Arial"/>
            </a:endParaRPr>
          </a:p>
        </p:txBody>
      </p:sp>
      <p:sp>
        <p:nvSpPr>
          <p:cNvPr id="146" name="PlaceHolder 2"/>
          <p:cNvSpPr>
            <a:spLocks noGrp="1"/>
          </p:cNvSpPr>
          <p:nvPr>
            <p:ph type="body"/>
          </p:nvPr>
        </p:nvSpPr>
        <p:spPr>
          <a:xfrm>
            <a:off x="457200" y="1604520"/>
            <a:ext cx="8228880" cy="397692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800" strike="noStrike" u="none">
                <a:solidFill>
                  <a:srgbClr val="000000"/>
                </a:solidFill>
                <a:effectLst/>
                <a:uFillTx/>
                <a:latin typeface="Arial"/>
              </a:rPr>
              <a:t>Click to edit the outline text format</a:t>
            </a:r>
            <a:endParaRPr b="0" lang="en-US" sz="18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en-US" sz="1800" strike="noStrike" u="none">
                <a:solidFill>
                  <a:srgbClr val="000000"/>
                </a:solidFill>
                <a:effectLst/>
                <a:uFillTx/>
                <a:latin typeface="Arial"/>
              </a:rPr>
              <a:t>Second Outline Level</a:t>
            </a:r>
            <a:endParaRPr b="0" lang="en-US" sz="1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en-US" sz="1800" strike="noStrike" u="none">
                <a:solidFill>
                  <a:srgbClr val="000000"/>
                </a:solidFill>
                <a:effectLst/>
                <a:uFillTx/>
                <a:latin typeface="Arial"/>
              </a:rPr>
              <a:t>Third Outline Level</a:t>
            </a:r>
            <a:endParaRPr b="0" lang="en-US" sz="18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en-US" sz="1800" strike="noStrike" u="none">
                <a:solidFill>
                  <a:srgbClr val="000000"/>
                </a:solidFill>
                <a:effectLst/>
                <a:uFillTx/>
                <a:latin typeface="Arial"/>
              </a:rPr>
              <a:t>Fourth Outline Level</a:t>
            </a:r>
            <a:endParaRPr b="0" lang="en-US" sz="18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Fifth Outline Level</a:t>
            </a:r>
            <a:endParaRPr b="0" lang="en-US" sz="18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Sixth Outline Level</a:t>
            </a:r>
            <a:endParaRPr b="0" lang="en-US" sz="18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en-US" sz="1800" strike="noStrike" u="none">
                <a:solidFill>
                  <a:srgbClr val="000000"/>
                </a:solidFill>
                <a:effectLst/>
                <a:uFillTx/>
                <a:latin typeface="Arial"/>
              </a:rPr>
              <a:t>Seventh Outline Level</a:t>
            </a:r>
            <a:endParaRPr b="0" lang="en-US" sz="1800" strike="noStrike" u="none">
              <a:solidFill>
                <a:srgbClr val="000000"/>
              </a:solidFill>
              <a:effectLst/>
              <a:uFillTx/>
              <a:latin typeface="Arial"/>
            </a:endParaRPr>
          </a:p>
        </p:txBody>
      </p:sp>
      <p:sp>
        <p:nvSpPr>
          <p:cNvPr id="147" name="PlaceHolder 3"/>
          <p:cNvSpPr>
            <a:spLocks noGrp="1"/>
          </p:cNvSpPr>
          <p:nvPr>
            <p:ph type="ftr" idx="76"/>
          </p:nvPr>
        </p:nvSpPr>
        <p:spPr>
          <a:xfrm>
            <a:off x="17795160" y="10919880"/>
            <a:ext cx="2225880" cy="328320"/>
          </a:xfrm>
          <a:prstGeom prst="rect">
            <a:avLst/>
          </a:prstGeom>
          <a:noFill/>
          <a:ln w="0">
            <a:noFill/>
          </a:ln>
        </p:spPr>
        <p:txBody>
          <a:bodyPr lIns="0" rIns="0" tIns="0" bIns="0" anchor="t">
            <a:noAutofit/>
          </a:bodyPr>
          <a:lstStyle>
            <a:lvl1pPr marL="12600" indent="0">
              <a:lnSpc>
                <a:spcPct val="100000"/>
              </a:lnSpc>
              <a:spcBef>
                <a:spcPts val="45"/>
              </a:spcBef>
              <a:buNone/>
              <a:tabLst>
                <a:tab algn="l" pos="0"/>
              </a:tabLst>
              <a:defRPr b="1" lang="en-US" sz="1950" strike="noStrike" u="none">
                <a:solidFill>
                  <a:schemeClr val="dk1"/>
                </a:solidFill>
                <a:effectLst/>
                <a:uFillTx/>
                <a:latin typeface="Trebuchet MS"/>
              </a:defRPr>
            </a:lvl1pPr>
          </a:lstStyle>
          <a:p>
            <a:pPr marL="12600" indent="0">
              <a:lnSpc>
                <a:spcPct val="100000"/>
              </a:lnSpc>
              <a:spcBef>
                <a:spcPts val="45"/>
              </a:spcBef>
              <a:buNone/>
              <a:tabLst>
                <a:tab algn="l" pos="0"/>
              </a:tabLst>
            </a:pPr>
            <a:r>
              <a:rPr b="1" lang="en-US" sz="1950" strike="noStrike" u="none">
                <a:solidFill>
                  <a:schemeClr val="dk1"/>
                </a:solidFill>
                <a:effectLst/>
                <a:uFillTx/>
                <a:latin typeface="Trebuchet MS"/>
              </a:rPr>
              <a:t>&lt;footer&gt;</a:t>
            </a:r>
            <a:endParaRPr b="0" lang="en-US" sz="1950" strike="noStrike" u="none">
              <a:solidFill>
                <a:srgbClr val="000000"/>
              </a:solidFill>
              <a:effectLst/>
              <a:uFillTx/>
              <a:latin typeface="Times New Roman"/>
            </a:endParaRPr>
          </a:p>
        </p:txBody>
      </p:sp>
      <p:sp>
        <p:nvSpPr>
          <p:cNvPr id="148" name="PlaceHolder 4"/>
          <p:cNvSpPr>
            <a:spLocks noGrp="1"/>
          </p:cNvSpPr>
          <p:nvPr>
            <p:ph type="sldNum" idx="77"/>
          </p:nvPr>
        </p:nvSpPr>
        <p:spPr>
          <a:xfrm>
            <a:off x="14474880" y="10517760"/>
            <a:ext cx="4622760" cy="564480"/>
          </a:xfrm>
          <a:prstGeom prst="rect">
            <a:avLst/>
          </a:prstGeom>
          <a:noFill/>
          <a:ln w="0">
            <a:noFill/>
          </a:ln>
        </p:spPr>
        <p:txBody>
          <a:bodyPr lIns="0" rIns="0" tIns="0" bIns="0" anchor="t">
            <a:noAutofit/>
          </a:bodyPr>
          <a:lstStyle>
            <a:lvl1pPr indent="0" algn="r">
              <a:lnSpc>
                <a:spcPct val="100000"/>
              </a:lnSpc>
              <a:buNone/>
              <a:tabLst>
                <a:tab algn="l" pos="0"/>
              </a:tabLst>
              <a:defRPr b="0" lang="en-US" sz="1400" strike="noStrike" u="none">
                <a:solidFill>
                  <a:schemeClr val="dk1">
                    <a:tint val="75000"/>
                  </a:schemeClr>
                </a:solidFill>
                <a:effectLst/>
                <a:uFillTx/>
                <a:latin typeface="Times New Roman"/>
              </a:defRPr>
            </a:lvl1pPr>
          </a:lstStyle>
          <a:p>
            <a:pPr indent="0" algn="r">
              <a:lnSpc>
                <a:spcPct val="100000"/>
              </a:lnSpc>
              <a:buNone/>
              <a:tabLst>
                <a:tab algn="l" pos="0"/>
              </a:tabLst>
            </a:pPr>
            <a:fld id="{B43D6BF6-AB92-4A61-92F8-EC753F599080}" type="slidenum">
              <a:rPr b="0" lang="en-US" sz="1400" strike="noStrike" u="none">
                <a:solidFill>
                  <a:schemeClr val="dk1">
                    <a:tint val="75000"/>
                  </a:schemeClr>
                </a:solidFill>
                <a:effectLst/>
                <a:uFillTx/>
                <a:latin typeface="Times New Roman"/>
              </a:rPr>
              <a:t>&lt;number&gt;</a:t>
            </a:fld>
            <a:endParaRPr b="0" lang="en-US" sz="1400" strike="noStrike" u="none">
              <a:solidFill>
                <a:srgbClr val="000000"/>
              </a:solidFill>
              <a:effectLst/>
              <a:uFillTx/>
              <a:latin typeface="Times New Roman"/>
            </a:endParaRPr>
          </a:p>
        </p:txBody>
      </p:sp>
      <p:sp>
        <p:nvSpPr>
          <p:cNvPr id="149" name="PlaceHolder 5"/>
          <p:cNvSpPr>
            <a:spLocks noGrp="1"/>
          </p:cNvSpPr>
          <p:nvPr>
            <p:ph type="dt" idx="78"/>
          </p:nvPr>
        </p:nvSpPr>
        <p:spPr>
          <a:xfrm>
            <a:off x="1005120" y="10517760"/>
            <a:ext cx="4622760" cy="564480"/>
          </a:xfrm>
          <a:prstGeom prst="rect">
            <a:avLst/>
          </a:prstGeom>
          <a:noFill/>
          <a:ln w="0">
            <a:noFill/>
          </a:ln>
        </p:spPr>
        <p:txBody>
          <a:bodyPr lIns="0" rIns="0" tIns="0" bIns="0" anchor="t">
            <a:noAutofit/>
          </a:bodyPr>
          <a:lstStyle>
            <a:lvl1pPr indent="0">
              <a:buNone/>
              <a:defRPr b="0" lang="en-US" sz="1400" strike="noStrike" u="none">
                <a:solidFill>
                  <a:srgbClr val="000000"/>
                </a:solidFill>
                <a:effectLst/>
                <a:uFillTx/>
                <a:latin typeface="Times New Roman"/>
              </a:defRPr>
            </a:lvl1pPr>
          </a:lstStyle>
          <a:p>
            <a:pPr indent="0">
              <a:buNone/>
            </a:pPr>
            <a:r>
              <a:rPr b="0" lang="en-US" sz="1400" strike="noStrike" u="none">
                <a:solidFill>
                  <a:srgbClr val="000000"/>
                </a:solidFill>
                <a:effectLst/>
                <a:uFillTx/>
                <a:latin typeface="Times New Roman"/>
              </a:rPr>
              <a:t>&lt;date/time&gt;</a:t>
            </a:r>
            <a:endParaRPr b="0" lang="en-US" sz="1400" strike="noStrike" u="non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7"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2.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2.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2.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2.xml"/><Relationship Id="rId3"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2.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2.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2.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2.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12.xml"/>
</Relationships>
</file>

<file path=ppt/slides/_rels/slide14.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2.xml"/>
</Relationships>
</file>

<file path=ppt/slides/_rels/slide15.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slideLayout" Target="../slideLayouts/slideLayout12.xml"/>
</Relationships>
</file>

<file path=ppt/slides/_rels/slide16.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12.xml"/>
</Relationships>
</file>

<file path=ppt/slides/_rels/slide17.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2.xml"/>
</Relationships>
</file>

<file path=ppt/slides/_rels/slide18.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2.xml"/>
</Relationships>
</file>

<file path=ppt/slides/_rels/slide19.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12.xml"/>
</Relationships>
</file>

<file path=ppt/slides/_rels/slide20.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2.xml"/>
</Relationships>
</file>

<file path=ppt/slides/_rels/slide21.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slideLayout" Target="../slideLayouts/slideLayout12.xml"/>
</Relationships>
</file>

<file path=ppt/slides/_rels/slide22.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slideLayout" Target="../slideLayouts/slideLayout1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2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2.xml"/><Relationship Id="rId3"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2.xml"/><Relationship Id="rId3"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30.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2.xml"/>
</Relationships>
</file>

<file path=ppt/slides/_rels/slide31.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2.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2.xml"/>
</Relationships>
</file>

<file path=ppt/slides/_rels/slide3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2.xml"/><Relationship Id="rId3"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21.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1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Google Shape;104;p1"/>
          <p:cNvSpPr/>
          <p:nvPr/>
        </p:nvSpPr>
        <p:spPr>
          <a:xfrm>
            <a:off x="212040" y="2035080"/>
            <a:ext cx="8990280" cy="1621080"/>
          </a:xfrm>
          <a:prstGeom prst="rect">
            <a:avLst/>
          </a:prstGeom>
          <a:noFill/>
          <a:ln w="0">
            <a:noFill/>
          </a:ln>
        </p:spPr>
        <p:style>
          <a:lnRef idx="0"/>
          <a:fillRef idx="0"/>
          <a:effectRef idx="0"/>
          <a:fontRef idx="minor"/>
        </p:style>
        <p:txBody>
          <a:bodyPr lIns="90000" rIns="90000" tIns="45000" bIns="45000" anchor="ctr">
            <a:normAutofit fontScale="92500" lnSpcReduction="9999"/>
          </a:bodyPr>
          <a:p>
            <a:pPr algn="ctr">
              <a:lnSpc>
                <a:spcPct val="100000"/>
              </a:lnSpc>
              <a:tabLst>
                <a:tab algn="l" pos="0"/>
              </a:tabLst>
            </a:pPr>
            <a:r>
              <a:rPr b="1" lang="en-US" sz="4400" strike="noStrike" u="none">
                <a:solidFill>
                  <a:srgbClr val="160c5c"/>
                </a:solidFill>
                <a:effectLst/>
                <a:uFillTx/>
                <a:latin typeface="Calibri"/>
                <a:ea typeface="Calibri"/>
              </a:rPr>
              <a:t>Parallel and Distributed Computing Overview</a:t>
            </a:r>
            <a:br>
              <a:rPr sz="4400"/>
            </a:br>
            <a:r>
              <a:rPr b="0" lang="en-US" sz="2600" strike="noStrike" u="none">
                <a:solidFill>
                  <a:srgbClr val="000000"/>
                </a:solidFill>
                <a:effectLst/>
                <a:uFillTx/>
                <a:latin typeface="Calibri"/>
                <a:ea typeface="Calibri"/>
              </a:rPr>
              <a:t>(CS 3006)</a:t>
            </a:r>
            <a:endParaRPr b="0" lang="en-US" sz="2600" strike="noStrike" u="none">
              <a:solidFill>
                <a:srgbClr val="000000"/>
              </a:solidFill>
              <a:effectLst/>
              <a:uFillTx/>
              <a:latin typeface="Arial"/>
            </a:endParaRPr>
          </a:p>
        </p:txBody>
      </p:sp>
      <p:sp>
        <p:nvSpPr>
          <p:cNvPr id="159" name="Google Shape;105;p1"/>
          <p:cNvSpPr/>
          <p:nvPr/>
        </p:nvSpPr>
        <p:spPr>
          <a:xfrm>
            <a:off x="380880" y="4419720"/>
            <a:ext cx="8685360" cy="2436840"/>
          </a:xfrm>
          <a:prstGeom prst="rect">
            <a:avLst/>
          </a:prstGeom>
          <a:noFill/>
          <a:ln w="0">
            <a:noFill/>
          </a:ln>
        </p:spPr>
        <p:style>
          <a:lnRef idx="0"/>
          <a:fillRef idx="0"/>
          <a:effectRef idx="0"/>
          <a:fontRef idx="minor"/>
        </p:style>
        <p:txBody>
          <a:bodyPr lIns="90000" rIns="90000" tIns="45000" bIns="45000" anchor="t">
            <a:normAutofit lnSpcReduction="9999"/>
          </a:bodyPr>
          <a:p>
            <a:pPr algn="ctr">
              <a:lnSpc>
                <a:spcPct val="100000"/>
              </a:lnSpc>
              <a:tabLst>
                <a:tab algn="l" pos="0"/>
              </a:tabLst>
            </a:pPr>
            <a:r>
              <a:rPr b="0" lang="en-US" sz="2600" strike="noStrike" u="none">
                <a:solidFill>
                  <a:srgbClr val="888888"/>
                </a:solidFill>
                <a:effectLst/>
                <a:uFillTx/>
                <a:latin typeface="Calibri"/>
                <a:ea typeface="Calibri"/>
              </a:rPr>
              <a:t>Muhammad Aadil Ur Rehman</a:t>
            </a:r>
            <a:endParaRPr b="0" lang="en-US" sz="2600" strike="noStrike" u="none">
              <a:solidFill>
                <a:srgbClr val="000000"/>
              </a:solidFill>
              <a:effectLst/>
              <a:uFillTx/>
              <a:latin typeface="Arial"/>
            </a:endParaRPr>
          </a:p>
          <a:p>
            <a:pPr algn="ctr">
              <a:lnSpc>
                <a:spcPct val="100000"/>
              </a:lnSpc>
              <a:spcBef>
                <a:spcPts val="482"/>
              </a:spcBef>
              <a:tabLst>
                <a:tab algn="l" pos="0"/>
              </a:tabLst>
            </a:pPr>
            <a:endParaRPr b="0" lang="en-US" sz="2600" strike="noStrike" u="none">
              <a:solidFill>
                <a:srgbClr val="000000"/>
              </a:solidFill>
              <a:effectLst/>
              <a:uFillTx/>
              <a:latin typeface="Arial"/>
            </a:endParaRPr>
          </a:p>
          <a:p>
            <a:pPr algn="ctr">
              <a:lnSpc>
                <a:spcPct val="100000"/>
              </a:lnSpc>
              <a:spcBef>
                <a:spcPts val="482"/>
              </a:spcBef>
              <a:tabLst>
                <a:tab algn="l" pos="0"/>
              </a:tabLst>
            </a:pPr>
            <a:r>
              <a:rPr b="0" lang="en-US" sz="2600" strike="noStrike" u="none">
                <a:solidFill>
                  <a:srgbClr val="888888"/>
                </a:solidFill>
                <a:effectLst/>
                <a:uFillTx/>
                <a:latin typeface="Calibri"/>
                <a:ea typeface="Calibri"/>
              </a:rPr>
              <a:t>Department of Computer Science, </a:t>
            </a:r>
            <a:endParaRPr b="0" lang="en-US" sz="2600" strike="noStrike" u="none">
              <a:solidFill>
                <a:srgbClr val="000000"/>
              </a:solidFill>
              <a:effectLst/>
              <a:uFillTx/>
              <a:latin typeface="Arial"/>
            </a:endParaRPr>
          </a:p>
          <a:p>
            <a:pPr algn="ctr">
              <a:lnSpc>
                <a:spcPct val="100000"/>
              </a:lnSpc>
              <a:spcBef>
                <a:spcPts val="519"/>
              </a:spcBef>
              <a:tabLst>
                <a:tab algn="l" pos="0"/>
              </a:tabLst>
            </a:pPr>
            <a:r>
              <a:rPr b="0" lang="en-US" sz="2800" strike="noStrike" u="none">
                <a:solidFill>
                  <a:srgbClr val="888888"/>
                </a:solidFill>
                <a:effectLst/>
                <a:uFillTx/>
                <a:latin typeface="Calibri"/>
                <a:ea typeface="Calibri"/>
              </a:rPr>
              <a:t>National University of Computer &amp; Emerging Sciences</a:t>
            </a:r>
            <a:r>
              <a:rPr b="0" lang="en-US" sz="2600" strike="noStrike" u="none">
                <a:solidFill>
                  <a:srgbClr val="888888"/>
                </a:solidFill>
                <a:effectLst/>
                <a:uFillTx/>
                <a:latin typeface="Calibri"/>
                <a:ea typeface="Calibri"/>
              </a:rPr>
              <a:t>, Islamabad Campus</a:t>
            </a:r>
            <a:endParaRPr b="0" lang="en-US" sz="2600" strike="noStrike" u="none">
              <a:solidFill>
                <a:srgbClr val="000000"/>
              </a:solidFill>
              <a:effectLst/>
              <a:uFillTx/>
              <a:latin typeface="Arial"/>
            </a:endParaRPr>
          </a:p>
          <a:p>
            <a:pPr algn="r">
              <a:lnSpc>
                <a:spcPct val="100000"/>
              </a:lnSpc>
              <a:spcBef>
                <a:spcPts val="315"/>
              </a:spcBef>
              <a:tabLst>
                <a:tab algn="l" pos="0"/>
              </a:tabLst>
            </a:pPr>
            <a:r>
              <a:rPr b="0" lang="en-US" sz="1700" strike="noStrike" u="none">
                <a:solidFill>
                  <a:srgbClr val="888888"/>
                </a:solidFill>
                <a:effectLst/>
                <a:uFillTx/>
                <a:latin typeface="Calibri"/>
                <a:ea typeface="Calibri"/>
              </a:rPr>
              <a:t>	</a:t>
            </a:r>
            <a:r>
              <a:rPr b="0" lang="en-US" sz="1700" strike="noStrike" u="none">
                <a:solidFill>
                  <a:srgbClr val="888888"/>
                </a:solidFill>
                <a:effectLst/>
                <a:uFillTx/>
                <a:latin typeface="Calibri"/>
                <a:ea typeface="Calibri"/>
              </a:rPr>
              <a:t>	</a:t>
            </a:r>
            <a:r>
              <a:rPr b="0" lang="en-US" sz="1700" strike="noStrike" u="none">
                <a:solidFill>
                  <a:srgbClr val="888888"/>
                </a:solidFill>
                <a:effectLst/>
                <a:uFillTx/>
                <a:latin typeface="Calibri"/>
                <a:ea typeface="Calibri"/>
              </a:rPr>
              <a:t>	</a:t>
            </a:r>
            <a:r>
              <a:rPr b="0" lang="en-US" sz="1700" strike="noStrike" u="none">
                <a:solidFill>
                  <a:srgbClr val="888888"/>
                </a:solidFill>
                <a:effectLst/>
                <a:uFillTx/>
                <a:latin typeface="Calibri"/>
                <a:ea typeface="Calibri"/>
              </a:rPr>
              <a:t>	</a:t>
            </a:r>
            <a:endParaRPr b="0" lang="en-US" sz="1700" strike="noStrike" u="none">
              <a:solidFill>
                <a:srgbClr val="000000"/>
              </a:solidFill>
              <a:effectLst/>
              <a:uFillTx/>
              <a:latin typeface="Arial"/>
            </a:endParaRPr>
          </a:p>
          <a:p>
            <a:pPr algn="ctr">
              <a:lnSpc>
                <a:spcPct val="100000"/>
              </a:lnSpc>
              <a:spcBef>
                <a:spcPts val="482"/>
              </a:spcBef>
              <a:tabLst>
                <a:tab algn="l" pos="0"/>
              </a:tabLst>
            </a:pPr>
            <a:endParaRPr b="0" lang="en-US" sz="2600" strike="noStrike" u="none">
              <a:solidFill>
                <a:srgbClr val="000000"/>
              </a:solidFill>
              <a:effectLst/>
              <a:uFillTx/>
              <a:latin typeface="Arial"/>
            </a:endParaRPr>
          </a:p>
        </p:txBody>
      </p:sp>
      <p:sp>
        <p:nvSpPr>
          <p:cNvPr id="160" name="Google Shape;106;p1"/>
          <p:cNvSpPr/>
          <p:nvPr/>
        </p:nvSpPr>
        <p:spPr>
          <a:xfrm>
            <a:off x="6129360" y="6488640"/>
            <a:ext cx="3072960" cy="367920"/>
          </a:xfrm>
          <a:prstGeom prst="rect">
            <a:avLst/>
          </a:prstGeom>
          <a:noFill/>
          <a:ln w="0">
            <a:noFill/>
          </a:ln>
        </p:spPr>
        <p:style>
          <a:lnRef idx="0"/>
          <a:fillRef idx="0"/>
          <a:effectRef idx="0"/>
          <a:fontRef idx="minor"/>
        </p:style>
        <p:txBody>
          <a:bodyPr lIns="90000" rIns="90000" tIns="45000" bIns="45000" anchor="t">
            <a:noAutofit/>
          </a:bodyPr>
          <a:p>
            <a:pPr>
              <a:lnSpc>
                <a:spcPct val="100000"/>
              </a:lnSpc>
              <a:tabLst>
                <a:tab algn="l" pos="0"/>
              </a:tabLst>
            </a:pPr>
            <a:r>
              <a:rPr b="0" lang="en-US" sz="1800" strike="noStrike" u="none">
                <a:solidFill>
                  <a:srgbClr val="000000"/>
                </a:solidFill>
                <a:effectLst/>
                <a:uFillTx/>
                <a:latin typeface="Calibri"/>
                <a:ea typeface="Calibri"/>
              </a:rPr>
              <a:t>Credits: Dr. Muhammad Aleem</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762120" y="82080"/>
            <a:ext cx="8380440" cy="790560"/>
          </a:xfrm>
          <a:prstGeom prst="rect">
            <a:avLst/>
          </a:prstGeom>
          <a:noFill/>
          <a:ln w="0">
            <a:noFill/>
          </a:ln>
        </p:spPr>
        <p:txBody>
          <a:bodyPr lIns="91440" rIns="91440" tIns="45720" bIns="45720" anchor="ctr">
            <a:normAutofit/>
          </a:bodyPr>
          <a:p>
            <a:pPr indent="0" algn="ctr">
              <a:lnSpc>
                <a:spcPct val="100000"/>
              </a:lnSpc>
              <a:buNone/>
              <a:tabLst>
                <a:tab algn="l" pos="0"/>
              </a:tabLst>
            </a:pPr>
            <a:r>
              <a:rPr b="1" lang="en-US" sz="4400" strike="noStrike" u="none">
                <a:solidFill>
                  <a:srgbClr val="b80000"/>
                </a:solidFill>
                <a:effectLst/>
                <a:uFillTx/>
                <a:latin typeface="Calibri"/>
                <a:ea typeface="Calibri"/>
              </a:rPr>
              <a:t>Flynn’s Taxonomy</a:t>
            </a:r>
            <a:endParaRPr b="0" lang="en-US" sz="4400" strike="noStrike" u="none">
              <a:solidFill>
                <a:srgbClr val="000000"/>
              </a:solidFill>
              <a:effectLst/>
              <a:uFillTx/>
              <a:latin typeface="Arial"/>
            </a:endParaRPr>
          </a:p>
        </p:txBody>
      </p:sp>
      <p:sp>
        <p:nvSpPr>
          <p:cNvPr id="162" name="PlaceHolder 2"/>
          <p:cNvSpPr>
            <a:spLocks noGrp="1"/>
          </p:cNvSpPr>
          <p:nvPr>
            <p:ph/>
          </p:nvPr>
        </p:nvSpPr>
        <p:spPr>
          <a:xfrm>
            <a:off x="152280" y="990720"/>
            <a:ext cx="8761680" cy="2970360"/>
          </a:xfrm>
          <a:prstGeom prst="rect">
            <a:avLst/>
          </a:prstGeom>
          <a:noFill/>
          <a:ln w="0">
            <a:noFill/>
          </a:ln>
        </p:spPr>
        <p:txBody>
          <a:bodyPr lIns="91440" rIns="91440" tIns="45720" bIns="45720" anchor="t">
            <a:normAutofit fontScale="92500" lnSpcReduction="9999"/>
          </a:bodyPr>
          <a:p>
            <a:pPr marL="343080" indent="-343080">
              <a:lnSpc>
                <a:spcPct val="100000"/>
              </a:lnSpc>
              <a:buClr>
                <a:srgbClr val="000000"/>
              </a:buClr>
              <a:buFont typeface="Arial"/>
              <a:buChar char="•"/>
            </a:pPr>
            <a:r>
              <a:rPr b="0" lang="en-US" sz="3200" strike="noStrike" u="none">
                <a:solidFill>
                  <a:schemeClr val="dk1"/>
                </a:solidFill>
                <a:effectLst/>
                <a:uFillTx/>
                <a:latin typeface="Calibri"/>
                <a:ea typeface="Calibri"/>
              </a:rPr>
              <a:t>Specific</a:t>
            </a:r>
            <a:r>
              <a:rPr b="1" lang="en-US" sz="3200" strike="noStrike" u="none">
                <a:solidFill>
                  <a:srgbClr val="2c14de"/>
                </a:solidFill>
                <a:effectLst/>
                <a:uFillTx/>
                <a:latin typeface="Calibri"/>
                <a:ea typeface="Calibri"/>
              </a:rPr>
              <a:t> classification</a:t>
            </a:r>
            <a:r>
              <a:rPr b="0" lang="en-US" sz="3200" strike="noStrike" u="none">
                <a:solidFill>
                  <a:srgbClr val="2c14de"/>
                </a:solidFill>
                <a:effectLst/>
                <a:uFillTx/>
                <a:latin typeface="Calibri"/>
                <a:ea typeface="Calibri"/>
              </a:rPr>
              <a:t> </a:t>
            </a:r>
            <a:r>
              <a:rPr b="0" lang="en-US" sz="3200" strike="noStrike" u="none">
                <a:solidFill>
                  <a:schemeClr val="dk1"/>
                </a:solidFill>
                <a:effectLst/>
                <a:uFillTx/>
                <a:latin typeface="Calibri"/>
                <a:ea typeface="Calibri"/>
              </a:rPr>
              <a:t>of </a:t>
            </a:r>
            <a:r>
              <a:rPr b="1" lang="en-US" sz="3200" strike="noStrike" u="none">
                <a:solidFill>
                  <a:srgbClr val="2c14de"/>
                </a:solidFill>
                <a:effectLst/>
                <a:uFillTx/>
                <a:latin typeface="Calibri"/>
                <a:ea typeface="Calibri"/>
              </a:rPr>
              <a:t>parallel architecture</a:t>
            </a:r>
            <a:endParaRPr b="0" lang="en-US" sz="3200" strike="noStrike" u="none">
              <a:solidFill>
                <a:srgbClr val="000000"/>
              </a:solidFill>
              <a:effectLst/>
              <a:uFillTx/>
              <a:latin typeface="Arial"/>
            </a:endParaRPr>
          </a:p>
          <a:p>
            <a:pPr marL="343080" indent="-139680">
              <a:lnSpc>
                <a:spcPct val="100000"/>
              </a:lnSpc>
              <a:spcBef>
                <a:spcPts val="641"/>
              </a:spcBef>
              <a:buNone/>
              <a:tabLst>
                <a:tab algn="l" pos="0"/>
              </a:tabLst>
            </a:pPr>
            <a:endParaRPr b="0" lang="en-US" sz="3200" strike="noStrike" u="none">
              <a:solidFill>
                <a:srgbClr val="000000"/>
              </a:solidFill>
              <a:effectLst/>
              <a:uFillTx/>
              <a:latin typeface="Arial"/>
            </a:endParaRPr>
          </a:p>
          <a:p>
            <a:pPr marL="343080" indent="-343080">
              <a:lnSpc>
                <a:spcPct val="100000"/>
              </a:lnSpc>
              <a:spcBef>
                <a:spcPts val="641"/>
              </a:spcBef>
              <a:buClr>
                <a:srgbClr val="000000"/>
              </a:buClr>
              <a:buFont typeface="Arial"/>
              <a:buChar char="•"/>
              <a:tabLst>
                <a:tab algn="l" pos="0"/>
              </a:tabLst>
            </a:pPr>
            <a:r>
              <a:rPr b="0" lang="en-US" sz="3200" strike="noStrike" u="none">
                <a:solidFill>
                  <a:schemeClr val="dk1"/>
                </a:solidFill>
                <a:effectLst/>
                <a:uFillTx/>
                <a:latin typeface="Calibri"/>
                <a:ea typeface="Calibri"/>
              </a:rPr>
              <a:t>By</a:t>
            </a:r>
            <a:r>
              <a:rPr b="0" lang="en-US" sz="3200" strike="noStrike" u="none">
                <a:solidFill>
                  <a:srgbClr val="2c14de"/>
                </a:solidFill>
                <a:effectLst/>
                <a:uFillTx/>
                <a:latin typeface="Calibri"/>
                <a:ea typeface="Calibri"/>
              </a:rPr>
              <a:t> </a:t>
            </a:r>
            <a:r>
              <a:rPr b="1" lang="en-US" sz="3200" strike="noStrike" u="none">
                <a:solidFill>
                  <a:srgbClr val="2c14de"/>
                </a:solidFill>
                <a:effectLst/>
                <a:uFillTx/>
                <a:latin typeface="Calibri"/>
                <a:ea typeface="Calibri"/>
              </a:rPr>
              <a:t>Michael Flynn </a:t>
            </a:r>
            <a:r>
              <a:rPr b="0" lang="en-US" sz="3200" strike="noStrike" u="none">
                <a:solidFill>
                  <a:schemeClr val="dk1"/>
                </a:solidFill>
                <a:effectLst/>
                <a:uFillTx/>
                <a:latin typeface="Calibri"/>
                <a:ea typeface="Calibri"/>
              </a:rPr>
              <a:t>(from Stanford, in 1966)</a:t>
            </a:r>
            <a:endParaRPr b="0" lang="en-US" sz="3200" strike="noStrike" u="none">
              <a:solidFill>
                <a:srgbClr val="000000"/>
              </a:solidFill>
              <a:effectLst/>
              <a:uFillTx/>
              <a:latin typeface="Arial"/>
            </a:endParaRPr>
          </a:p>
          <a:p>
            <a:pPr lvl="1" marL="743040" indent="-285840">
              <a:lnSpc>
                <a:spcPct val="100000"/>
              </a:lnSpc>
              <a:spcBef>
                <a:spcPts val="641"/>
              </a:spcBef>
              <a:buClr>
                <a:srgbClr val="000000"/>
              </a:buClr>
              <a:buFont typeface="Arial"/>
              <a:buChar char="–"/>
              <a:tabLst>
                <a:tab algn="l" pos="0"/>
              </a:tabLst>
            </a:pPr>
            <a:r>
              <a:rPr b="0" lang="en-US" sz="3200" strike="noStrike" u="none">
                <a:solidFill>
                  <a:schemeClr val="dk1"/>
                </a:solidFill>
                <a:effectLst/>
                <a:uFillTx/>
                <a:latin typeface="Calibri"/>
                <a:ea typeface="Calibri"/>
              </a:rPr>
              <a:t> Made a </a:t>
            </a:r>
            <a:r>
              <a:rPr b="1" lang="en-US" sz="3200" strike="noStrike" u="none">
                <a:solidFill>
                  <a:srgbClr val="2c14de"/>
                </a:solidFill>
                <a:effectLst/>
                <a:uFillTx/>
                <a:latin typeface="Calibri"/>
                <a:ea typeface="Calibri"/>
              </a:rPr>
              <a:t>classification</a:t>
            </a:r>
            <a:r>
              <a:rPr b="0" lang="en-US" sz="3200" strike="noStrike" u="none">
                <a:solidFill>
                  <a:schemeClr val="dk1"/>
                </a:solidFill>
                <a:effectLst/>
                <a:uFillTx/>
                <a:latin typeface="Calibri"/>
                <a:ea typeface="Calibri"/>
              </a:rPr>
              <a:t> of </a:t>
            </a:r>
            <a:r>
              <a:rPr b="1" lang="en-US" sz="3200" strike="noStrike" u="none">
                <a:solidFill>
                  <a:srgbClr val="2c14de"/>
                </a:solidFill>
                <a:effectLst/>
                <a:uFillTx/>
                <a:latin typeface="Calibri"/>
                <a:ea typeface="Calibri"/>
              </a:rPr>
              <a:t>computer systems</a:t>
            </a:r>
            <a:r>
              <a:rPr b="1" lang="en-US" sz="3200" strike="noStrike" u="none">
                <a:solidFill>
                  <a:schemeClr val="dk1"/>
                </a:solidFill>
                <a:effectLst/>
                <a:uFillTx/>
                <a:latin typeface="Calibri"/>
                <a:ea typeface="Calibri"/>
              </a:rPr>
              <a:t> </a:t>
            </a:r>
            <a:r>
              <a:rPr b="0" lang="en-US" sz="3200" strike="noStrike" u="none">
                <a:solidFill>
                  <a:schemeClr val="dk1"/>
                </a:solidFill>
                <a:effectLst/>
                <a:uFillTx/>
                <a:latin typeface="Calibri"/>
                <a:ea typeface="Calibri"/>
              </a:rPr>
              <a:t>known as </a:t>
            </a:r>
            <a:r>
              <a:rPr b="1" lang="en-US" sz="3200" strike="noStrike" u="none">
                <a:solidFill>
                  <a:srgbClr val="c00000"/>
                </a:solidFill>
                <a:effectLst/>
                <a:uFillTx/>
                <a:latin typeface="Calibri"/>
                <a:ea typeface="Calibri"/>
              </a:rPr>
              <a:t>Flynn’s Taxonomy</a:t>
            </a:r>
            <a:endParaRPr b="0" lang="en-US" sz="3200" strike="noStrike" u="none">
              <a:solidFill>
                <a:srgbClr val="000000"/>
              </a:solidFill>
              <a:effectLst/>
              <a:uFillTx/>
              <a:latin typeface="Arial"/>
            </a:endParaRPr>
          </a:p>
        </p:txBody>
      </p:sp>
      <p:sp>
        <p:nvSpPr>
          <p:cNvPr id="163" name="Google Shape;113;p2"/>
          <p:cNvSpPr/>
          <p:nvPr/>
        </p:nvSpPr>
        <p:spPr>
          <a:xfrm>
            <a:off x="380880" y="4191120"/>
            <a:ext cx="8228160" cy="2132280"/>
          </a:xfrm>
          <a:custGeom>
            <a:avLst/>
            <a:gdLst>
              <a:gd name="textAreaLeft" fmla="*/ 0 w 8228160"/>
              <a:gd name="textAreaRight" fmla="*/ 8229600 w 8228160"/>
              <a:gd name="textAreaTop" fmla="*/ 0 h 2132280"/>
              <a:gd name="textAreaBottom" fmla="*/ 2133720 h 2132280"/>
            </a:gdLst>
            <a:ahLst/>
            <a:cxnLst/>
            <a:rect l="textAreaLeft" t="textAreaTop" r="textAreaRight" b="textAreaBottom"/>
            <a:pathLst>
              <a:path w="120000" h="120000">
                <a:moveTo>
                  <a:pt x="0" y="0"/>
                </a:moveTo>
                <a:lnTo>
                  <a:pt x="120000" y="0"/>
                </a:lnTo>
                <a:lnTo>
                  <a:pt x="120000" y="120000"/>
                </a:lnTo>
                <a:lnTo>
                  <a:pt x="0" y="120000"/>
                </a:lnTo>
                <a:close/>
              </a:path>
              <a:path fill="none" w="120000" h="120000">
                <a:moveTo>
                  <a:pt x="-10000" y="0"/>
                </a:moveTo>
                <a:lnTo>
                  <a:pt x="-10000" y="120000"/>
                </a:lnTo>
              </a:path>
              <a:path fill="none" w="120000" h="120000">
                <a:moveTo>
                  <a:pt x="-10000" y="22500"/>
                </a:moveTo>
                <a:lnTo>
                  <a:pt x="-46000" y="135000"/>
                </a:lnTo>
              </a:path>
            </a:pathLst>
          </a:custGeom>
          <a:noFill/>
          <a:ln w="0">
            <a:noFill/>
          </a:ln>
        </p:spPr>
        <p:style>
          <a:lnRef idx="0"/>
          <a:fillRef idx="0"/>
          <a:effectRef idx="0"/>
          <a:fontRef idx="minor"/>
        </p:style>
        <p:txBody>
          <a:bodyPr lIns="90000" rIns="90000" tIns="45000" bIns="45000" anchor="ctr" anchorCtr="1">
            <a:noAutofit/>
          </a:bodyPr>
          <a:p>
            <a:pPr marL="457200" indent="-431640">
              <a:lnSpc>
                <a:spcPct val="75000"/>
              </a:lnSpc>
              <a:buClr>
                <a:srgbClr val="000000"/>
              </a:buClr>
              <a:buFont typeface="Arial"/>
              <a:buChar char="●"/>
            </a:pPr>
            <a:r>
              <a:rPr b="0" lang="en-US" sz="3200" strike="noStrike" u="none">
                <a:solidFill>
                  <a:schemeClr val="dk1"/>
                </a:solidFill>
                <a:effectLst/>
                <a:uFillTx/>
                <a:latin typeface="Arial"/>
                <a:ea typeface="Arial"/>
              </a:rPr>
              <a:t>Computer</a:t>
            </a:r>
            <a:endParaRPr b="0" lang="en-US" sz="3200" strike="noStrike" u="none">
              <a:solidFill>
                <a:srgbClr val="000000"/>
              </a:solidFill>
              <a:effectLst/>
              <a:uFillTx/>
              <a:latin typeface="Arial"/>
            </a:endParaRPr>
          </a:p>
          <a:p>
            <a:pPr lvl="1" marL="914400" indent="-431640">
              <a:lnSpc>
                <a:spcPct val="75000"/>
              </a:lnSpc>
              <a:spcBef>
                <a:spcPts val="380"/>
              </a:spcBef>
              <a:buClr>
                <a:srgbClr val="000000"/>
              </a:buClr>
              <a:buFont typeface="Arial"/>
              <a:buChar char="•"/>
            </a:pPr>
            <a:r>
              <a:rPr b="0" lang="en-US" sz="3200" strike="noStrike" u="none">
                <a:solidFill>
                  <a:schemeClr val="dk1"/>
                </a:solidFill>
                <a:effectLst/>
                <a:uFillTx/>
                <a:latin typeface="Arial"/>
                <a:ea typeface="Arial"/>
              </a:rPr>
              <a:t>Instructions</a:t>
            </a:r>
            <a:endParaRPr b="0" lang="en-US" sz="3200" strike="noStrike" u="none">
              <a:solidFill>
                <a:srgbClr val="000000"/>
              </a:solidFill>
              <a:effectLst/>
              <a:uFillTx/>
              <a:latin typeface="Arial"/>
            </a:endParaRPr>
          </a:p>
          <a:p>
            <a:pPr lvl="1" marL="914400" indent="-431640">
              <a:lnSpc>
                <a:spcPct val="75000"/>
              </a:lnSpc>
              <a:spcBef>
                <a:spcPts val="181"/>
              </a:spcBef>
              <a:buClr>
                <a:srgbClr val="000000"/>
              </a:buClr>
              <a:buFont typeface="Arial"/>
              <a:buChar char="•"/>
            </a:pPr>
            <a:r>
              <a:rPr b="0" lang="en-US" sz="3200" strike="noStrike" u="none">
                <a:solidFill>
                  <a:schemeClr val="dk1"/>
                </a:solidFill>
                <a:effectLst/>
                <a:uFillTx/>
                <a:latin typeface="Arial"/>
                <a:ea typeface="Arial"/>
              </a:rPr>
              <a:t>Data</a:t>
            </a:r>
            <a:endParaRPr b="0" lang="en-US" sz="3200" strike="noStrike" u="none">
              <a:solidFill>
                <a:srgbClr val="000000"/>
              </a:solidFill>
              <a:effectLst/>
              <a:uFillTx/>
              <a:latin typeface="Arial"/>
            </a:endParaRPr>
          </a:p>
          <a:p>
            <a:pPr marL="228600">
              <a:lnSpc>
                <a:spcPct val="75000"/>
              </a:lnSpc>
              <a:spcBef>
                <a:spcPts val="380"/>
              </a:spcBef>
              <a:tabLst>
                <a:tab algn="l" pos="0"/>
              </a:tabLst>
            </a:pPr>
            <a:endParaRPr b="0" lang="en-US" sz="1800" strike="noStrike" u="none">
              <a:solidFill>
                <a:srgbClr val="000000"/>
              </a:solidFill>
              <a:effectLst/>
              <a:uFillTx/>
              <a:latin typeface="Arial"/>
            </a:endParaRPr>
          </a:p>
        </p:txBody>
      </p:sp>
      <p:sp>
        <p:nvSpPr>
          <p:cNvPr id="164" name="Google Shape;114;p2"/>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5" name="PlaceHolder 1"/>
          <p:cNvSpPr>
            <a:spLocks noGrp="1"/>
          </p:cNvSpPr>
          <p:nvPr>
            <p:ph type="title"/>
          </p:nvPr>
        </p:nvSpPr>
        <p:spPr>
          <a:xfrm>
            <a:off x="0" y="0"/>
            <a:ext cx="9142560" cy="912960"/>
          </a:xfrm>
          <a:prstGeom prst="rect">
            <a:avLst/>
          </a:prstGeom>
          <a:noFill/>
          <a:ln w="0">
            <a:noFill/>
          </a:ln>
        </p:spPr>
        <p:txBody>
          <a:bodyPr lIns="91440" rIns="91440" tIns="45720" bIns="45720" anchor="ctr">
            <a:normAutofit/>
          </a:bodyPr>
          <a:p>
            <a:pPr indent="0" algn="ctr">
              <a:lnSpc>
                <a:spcPct val="100000"/>
              </a:lnSpc>
              <a:buNone/>
              <a:tabLst>
                <a:tab algn="l" pos="0"/>
              </a:tabLst>
            </a:pPr>
            <a:r>
              <a:rPr b="1" lang="en-US" sz="4800" strike="noStrike" u="none">
                <a:solidFill>
                  <a:srgbClr val="b80000"/>
                </a:solidFill>
                <a:effectLst/>
                <a:uFillTx/>
                <a:latin typeface="Calibri"/>
                <a:ea typeface="Calibri"/>
              </a:rPr>
              <a:t>Flynn’s Taxonomy</a:t>
            </a:r>
            <a:endParaRPr b="0" lang="en-US" sz="4800" strike="noStrike" u="none">
              <a:solidFill>
                <a:srgbClr val="000000"/>
              </a:solidFill>
              <a:effectLst/>
              <a:uFillTx/>
              <a:latin typeface="Arial"/>
            </a:endParaRPr>
          </a:p>
        </p:txBody>
      </p:sp>
      <p:sp>
        <p:nvSpPr>
          <p:cNvPr id="166" name="Google Shape;121;p3"/>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pic>
        <p:nvPicPr>
          <p:cNvPr id="167" name="Google Shape;122;p3" descr="Computer Architecture | Flynn's taxonomy - GeeksforGeeks"/>
          <p:cNvPicPr/>
          <p:nvPr/>
        </p:nvPicPr>
        <p:blipFill>
          <a:blip r:embed="rId1"/>
          <a:stretch/>
        </p:blipFill>
        <p:spPr>
          <a:xfrm>
            <a:off x="914400" y="1219320"/>
            <a:ext cx="6856560" cy="4989240"/>
          </a:xfrm>
          <a:prstGeom prst="rect">
            <a:avLst/>
          </a:prstGeom>
          <a:noFill/>
          <a:ln w="0">
            <a:noFill/>
          </a:ln>
        </p:spPr>
      </p:pic>
      <p:sp>
        <p:nvSpPr>
          <p:cNvPr id="168" name=""/>
          <p:cNvSpPr txBox="1"/>
          <p:nvPr/>
        </p:nvSpPr>
        <p:spPr>
          <a:xfrm>
            <a:off x="3219480" y="2268720"/>
            <a:ext cx="748440" cy="346680"/>
          </a:xfrm>
          <a:prstGeom prst="rect">
            <a:avLst/>
          </a:prstGeom>
          <a:noFill/>
          <a:ln w="0">
            <a:noFill/>
          </a:ln>
        </p:spPr>
        <p:txBody>
          <a:bodyPr lIns="90000" rIns="90000" tIns="45000" bIns="45000" anchor="t">
            <a:spAutoFit/>
          </a:bodyPr>
          <a:p>
            <a:r>
              <a:rPr b="0" lang="en-US" sz="1800" strike="noStrike" u="none">
                <a:solidFill>
                  <a:srgbClr val="000000"/>
                </a:solidFill>
                <a:effectLst/>
                <a:uFillTx/>
                <a:latin typeface="Arial"/>
              </a:rPr>
              <a:t>AVX2</a:t>
            </a:r>
            <a:endParaRPr b="0" lang="en-US" sz="18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9" name="PlaceHolder 1"/>
          <p:cNvSpPr>
            <a:spLocks noGrp="1"/>
          </p:cNvSpPr>
          <p:nvPr>
            <p:ph type="title"/>
          </p:nvPr>
        </p:nvSpPr>
        <p:spPr>
          <a:xfrm>
            <a:off x="0" y="0"/>
            <a:ext cx="9142560" cy="779760"/>
          </a:xfrm>
          <a:prstGeom prst="rect">
            <a:avLst/>
          </a:prstGeom>
          <a:noFill/>
          <a:ln w="0">
            <a:noFill/>
          </a:ln>
        </p:spPr>
        <p:txBody>
          <a:bodyPr lIns="91440" rIns="91440" tIns="45720" bIns="45720" anchor="ctr">
            <a:normAutofit fontScale="85000" lnSpcReduction="9999"/>
          </a:bodyPr>
          <a:p>
            <a:pPr indent="0" algn="ctr">
              <a:lnSpc>
                <a:spcPct val="100000"/>
              </a:lnSpc>
              <a:buNone/>
              <a:tabLst>
                <a:tab algn="l" pos="0"/>
              </a:tabLst>
            </a:pPr>
            <a:r>
              <a:rPr b="1" lang="en-US" sz="4400" strike="noStrike" u="none">
                <a:solidFill>
                  <a:srgbClr val="b80000"/>
                </a:solidFill>
                <a:effectLst/>
                <a:uFillTx/>
                <a:latin typeface="Calibri"/>
                <a:ea typeface="Calibri"/>
              </a:rPr>
              <a:t>Taxonomy of Processor Architectures</a:t>
            </a:r>
            <a:endParaRPr b="0" lang="en-US" sz="4400" strike="noStrike" u="none">
              <a:solidFill>
                <a:srgbClr val="000000"/>
              </a:solidFill>
              <a:effectLst/>
              <a:uFillTx/>
              <a:latin typeface="Arial"/>
            </a:endParaRPr>
          </a:p>
        </p:txBody>
      </p:sp>
      <p:pic>
        <p:nvPicPr>
          <p:cNvPr id="170" name="Google Shape;203;p 2" descr=""/>
          <p:cNvPicPr/>
          <p:nvPr/>
        </p:nvPicPr>
        <p:blipFill>
          <a:blip r:embed="rId1"/>
          <a:srcRect l="0" t="0" r="0" b="13713"/>
          <a:stretch/>
        </p:blipFill>
        <p:spPr>
          <a:xfrm>
            <a:off x="343800" y="1066680"/>
            <a:ext cx="8617680" cy="5789880"/>
          </a:xfrm>
          <a:prstGeom prst="rect">
            <a:avLst/>
          </a:prstGeom>
          <a:noFill/>
          <a:ln w="0">
            <a:noFill/>
          </a:ln>
        </p:spPr>
      </p:pic>
      <p:sp>
        <p:nvSpPr>
          <p:cNvPr id="171" name="Google Shape;204;p 2"/>
          <p:cNvSpPr/>
          <p:nvPr/>
        </p:nvSpPr>
        <p:spPr>
          <a:xfrm>
            <a:off x="76320" y="83808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nSpc>
                <a:spcPct val="100000"/>
              </a:lnSpc>
            </a:pPr>
            <a:endParaRPr b="0" lang="en-US" sz="1400" strike="noStrike" u="none">
              <a:solidFill>
                <a:srgbClr val="ffffff"/>
              </a:solidFill>
              <a:effectLst/>
              <a:uFillTx/>
              <a:latin typeface="Arial"/>
            </a:endParaRPr>
          </a:p>
        </p:txBody>
      </p:sp>
      <p:sp>
        <p:nvSpPr>
          <p:cNvPr id="172" name="Google Shape;205;p 2"/>
          <p:cNvSpPr/>
          <p:nvPr/>
        </p:nvSpPr>
        <p:spPr>
          <a:xfrm>
            <a:off x="304920" y="1981080"/>
            <a:ext cx="1751040" cy="1979640"/>
          </a:xfrm>
          <a:prstGeom prst="rect">
            <a:avLst/>
          </a:prstGeom>
          <a:solidFill>
            <a:srgbClr val="c35855">
              <a:alpha val="21000"/>
            </a:srgbClr>
          </a:solidFill>
          <a:ln w="0">
            <a:noFill/>
          </a:ln>
        </p:spPr>
        <p:style>
          <a:lnRef idx="0"/>
          <a:fillRef idx="0"/>
          <a:effectRef idx="0"/>
          <a:fontRef idx="minor"/>
        </p:style>
        <p:txBody>
          <a:bodyPr lIns="90000" rIns="90000" tIns="45000" bIns="45000" anchor="ctr">
            <a:noAutofit/>
          </a:bodyPr>
          <a:p>
            <a:pPr>
              <a:lnSpc>
                <a:spcPct val="100000"/>
              </a:lnSpc>
            </a:pPr>
            <a:endParaRPr b="0" lang="en-US" sz="1400" strike="noStrike" u="none">
              <a:solidFill>
                <a:srgbClr val="ffffff"/>
              </a:solidFill>
              <a:effectLst/>
              <a:uFillTx/>
              <a:latin typeface="Arial"/>
            </a:endParaRPr>
          </a:p>
        </p:txBody>
      </p:sp>
      <p:sp>
        <p:nvSpPr>
          <p:cNvPr id="173" name="Google Shape;206;p 2"/>
          <p:cNvSpPr/>
          <p:nvPr/>
        </p:nvSpPr>
        <p:spPr>
          <a:xfrm>
            <a:off x="2195640" y="2000160"/>
            <a:ext cx="6627960" cy="4799160"/>
          </a:xfrm>
          <a:prstGeom prst="rect">
            <a:avLst/>
          </a:prstGeom>
          <a:solidFill>
            <a:srgbClr val="4d7fbb">
              <a:alpha val="17000"/>
            </a:srgbClr>
          </a:solidFill>
          <a:ln w="0">
            <a:noFill/>
          </a:ln>
        </p:spPr>
        <p:style>
          <a:lnRef idx="0"/>
          <a:fillRef idx="0"/>
          <a:effectRef idx="0"/>
          <a:fontRef idx="minor"/>
        </p:style>
        <p:txBody>
          <a:bodyPr lIns="90000" rIns="90000" tIns="45000" bIns="45000" anchor="ctr">
            <a:noAutofit/>
          </a:bodyPr>
          <a:p>
            <a:pPr>
              <a:lnSpc>
                <a:spcPct val="100000"/>
              </a:lnSpc>
            </a:pP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0" y="46080"/>
            <a:ext cx="9142560" cy="714600"/>
          </a:xfrm>
          <a:prstGeom prst="rect">
            <a:avLst/>
          </a:prstGeom>
          <a:noFill/>
          <a:ln w="0">
            <a:noFill/>
          </a:ln>
        </p:spPr>
        <p:txBody>
          <a:bodyPr lIns="91440" rIns="91440" tIns="45720" bIns="45720" anchor="ctr">
            <a:normAutofit fontScale="77500" lnSpcReduction="19999"/>
          </a:bodyPr>
          <a:p>
            <a:pPr indent="0" algn="ctr">
              <a:lnSpc>
                <a:spcPct val="100000"/>
              </a:lnSpc>
              <a:buNone/>
              <a:tabLst>
                <a:tab algn="l" pos="0"/>
              </a:tabLst>
            </a:pPr>
            <a:r>
              <a:rPr b="1" lang="en-US" sz="3600" strike="noStrike" u="none">
                <a:solidFill>
                  <a:srgbClr val="b80000"/>
                </a:solidFill>
                <a:effectLst/>
                <a:uFillTx/>
                <a:latin typeface="Calibri"/>
                <a:ea typeface="Calibri"/>
              </a:rPr>
              <a:t>1. Single Instruction, Single Data Stream – </a:t>
            </a:r>
            <a:r>
              <a:rPr b="1" i="1" lang="en-US" sz="3600" strike="noStrike" u="none">
                <a:solidFill>
                  <a:srgbClr val="b80000"/>
                </a:solidFill>
                <a:effectLst/>
                <a:uFillTx/>
                <a:latin typeface="Calibri"/>
                <a:ea typeface="Calibri"/>
              </a:rPr>
              <a:t>SISD</a:t>
            </a:r>
            <a:endParaRPr b="0" lang="en-US" sz="3600" strike="noStrike" u="none">
              <a:solidFill>
                <a:srgbClr val="000000"/>
              </a:solidFill>
              <a:effectLst/>
              <a:uFillTx/>
              <a:latin typeface="Arial"/>
            </a:endParaRPr>
          </a:p>
        </p:txBody>
      </p:sp>
      <p:sp>
        <p:nvSpPr>
          <p:cNvPr id="175" name="PlaceHolder 2"/>
          <p:cNvSpPr>
            <a:spLocks noGrp="1"/>
          </p:cNvSpPr>
          <p:nvPr>
            <p:ph/>
          </p:nvPr>
        </p:nvSpPr>
        <p:spPr>
          <a:xfrm>
            <a:off x="152280" y="990720"/>
            <a:ext cx="8761680" cy="5713560"/>
          </a:xfrm>
          <a:prstGeom prst="rect">
            <a:avLst/>
          </a:prstGeom>
          <a:noFill/>
          <a:ln w="0">
            <a:noFill/>
          </a:ln>
        </p:spPr>
        <p:txBody>
          <a:bodyPr lIns="91440" rIns="91440" tIns="45720" bIns="45720" anchor="t">
            <a:normAutofit/>
          </a:bodyPr>
          <a:p>
            <a:pPr marL="343080" indent="-343080">
              <a:lnSpc>
                <a:spcPct val="100000"/>
              </a:lnSpc>
              <a:buClr>
                <a:srgbClr val="2c14de"/>
              </a:buClr>
              <a:buFont typeface="Arial"/>
              <a:buChar char="•"/>
            </a:pPr>
            <a:r>
              <a:rPr b="1" lang="en-US" sz="3200" strike="noStrike" u="none">
                <a:solidFill>
                  <a:srgbClr val="2c14de"/>
                </a:solidFill>
                <a:effectLst/>
                <a:uFillTx/>
                <a:latin typeface="Calibri"/>
                <a:ea typeface="Calibri"/>
              </a:rPr>
              <a:t>Single processor</a:t>
            </a:r>
            <a:endParaRPr b="0" lang="en-US" sz="3200" strike="noStrike" u="none">
              <a:solidFill>
                <a:srgbClr val="000000"/>
              </a:solidFill>
              <a:effectLst/>
              <a:uFillTx/>
              <a:latin typeface="Arial"/>
            </a:endParaRPr>
          </a:p>
          <a:p>
            <a:pPr marL="343080" indent="-343080">
              <a:lnSpc>
                <a:spcPct val="100000"/>
              </a:lnSpc>
              <a:spcBef>
                <a:spcPts val="641"/>
              </a:spcBef>
              <a:buClr>
                <a:srgbClr val="2c14de"/>
              </a:buClr>
              <a:buFont typeface="Arial"/>
              <a:buChar char="•"/>
            </a:pPr>
            <a:r>
              <a:rPr b="1" lang="en-US" sz="3200" strike="noStrike" u="none">
                <a:solidFill>
                  <a:srgbClr val="2c14de"/>
                </a:solidFill>
                <a:effectLst/>
                <a:uFillTx/>
                <a:latin typeface="Calibri"/>
                <a:ea typeface="Calibri"/>
              </a:rPr>
              <a:t>Single instruction stream</a:t>
            </a:r>
            <a:endParaRPr b="0" lang="en-US" sz="3200" strike="noStrike" u="none">
              <a:solidFill>
                <a:srgbClr val="000000"/>
              </a:solidFill>
              <a:effectLst/>
              <a:uFillTx/>
              <a:latin typeface="Arial"/>
            </a:endParaRPr>
          </a:p>
          <a:p>
            <a:pPr marL="343080" indent="-343080">
              <a:lnSpc>
                <a:spcPct val="100000"/>
              </a:lnSpc>
              <a:spcBef>
                <a:spcPts val="641"/>
              </a:spcBef>
              <a:buClr>
                <a:srgbClr val="000000"/>
              </a:buClr>
              <a:buFont typeface="Arial"/>
              <a:buChar char="•"/>
            </a:pPr>
            <a:r>
              <a:rPr b="1" lang="en-US" sz="3200" strike="noStrike" u="none">
                <a:solidFill>
                  <a:schemeClr val="dk1"/>
                </a:solidFill>
                <a:effectLst/>
                <a:uFillTx/>
                <a:latin typeface="Calibri"/>
                <a:ea typeface="Calibri"/>
              </a:rPr>
              <a:t>Data</a:t>
            </a:r>
            <a:r>
              <a:rPr b="0" lang="en-US" sz="3200" strike="noStrike" u="none">
                <a:solidFill>
                  <a:schemeClr val="dk1"/>
                </a:solidFill>
                <a:effectLst/>
                <a:uFillTx/>
                <a:latin typeface="Calibri"/>
                <a:ea typeface="Calibri"/>
              </a:rPr>
              <a:t> </a:t>
            </a:r>
            <a:r>
              <a:rPr b="1" lang="en-US" sz="3200" strike="noStrike" u="none">
                <a:solidFill>
                  <a:schemeClr val="dk1"/>
                </a:solidFill>
                <a:effectLst/>
                <a:uFillTx/>
                <a:latin typeface="Calibri"/>
                <a:ea typeface="Calibri"/>
              </a:rPr>
              <a:t>stored</a:t>
            </a:r>
            <a:r>
              <a:rPr b="0" lang="en-US" sz="3200" strike="noStrike" u="none">
                <a:solidFill>
                  <a:schemeClr val="dk1"/>
                </a:solidFill>
                <a:effectLst/>
                <a:uFillTx/>
                <a:latin typeface="Calibri"/>
                <a:ea typeface="Calibri"/>
              </a:rPr>
              <a:t> in </a:t>
            </a:r>
            <a:r>
              <a:rPr b="1" lang="en-US" sz="3200" strike="noStrike" u="none">
                <a:solidFill>
                  <a:srgbClr val="2c14de"/>
                </a:solidFill>
                <a:effectLst/>
                <a:uFillTx/>
                <a:latin typeface="Calibri"/>
                <a:ea typeface="Calibri"/>
              </a:rPr>
              <a:t>single memory</a:t>
            </a:r>
            <a:endParaRPr b="0" lang="en-US" sz="3200" strike="noStrike" u="none">
              <a:solidFill>
                <a:srgbClr val="000000"/>
              </a:solidFill>
              <a:effectLst/>
              <a:uFillTx/>
              <a:latin typeface="Arial"/>
            </a:endParaRPr>
          </a:p>
          <a:p>
            <a:pPr marL="343080" indent="-343080">
              <a:lnSpc>
                <a:spcPct val="100000"/>
              </a:lnSpc>
              <a:spcBef>
                <a:spcPts val="641"/>
              </a:spcBef>
              <a:buClr>
                <a:srgbClr val="000000"/>
              </a:buClr>
              <a:buFont typeface="Arial"/>
              <a:buChar char="•"/>
            </a:pPr>
            <a:r>
              <a:rPr b="1" lang="en-US" sz="3200" strike="noStrike" u="none">
                <a:solidFill>
                  <a:schemeClr val="dk1"/>
                </a:solidFill>
                <a:effectLst/>
                <a:uFillTx/>
                <a:latin typeface="Calibri"/>
                <a:ea typeface="Calibri"/>
              </a:rPr>
              <a:t>Deterministic execution</a:t>
            </a:r>
            <a:endParaRPr b="0" lang="en-US" sz="3200" strike="noStrike" u="none">
              <a:solidFill>
                <a:srgbClr val="000000"/>
              </a:solidFill>
              <a:effectLst/>
              <a:uFillTx/>
              <a:latin typeface="Arial"/>
            </a:endParaRPr>
          </a:p>
          <a:p>
            <a:pPr marL="343080" indent="-139680">
              <a:lnSpc>
                <a:spcPct val="100000"/>
              </a:lnSpc>
              <a:spcBef>
                <a:spcPts val="641"/>
              </a:spcBef>
              <a:buNone/>
              <a:tabLst>
                <a:tab algn="l" pos="0"/>
              </a:tabLst>
            </a:pPr>
            <a:endParaRPr b="0" lang="en-US" sz="3200" strike="noStrike" u="none">
              <a:solidFill>
                <a:srgbClr val="000000"/>
              </a:solidFill>
              <a:effectLst/>
              <a:uFillTx/>
              <a:latin typeface="Arial"/>
            </a:endParaRPr>
          </a:p>
          <a:p>
            <a:pPr marL="343080" indent="-139680">
              <a:lnSpc>
                <a:spcPct val="100000"/>
              </a:lnSpc>
              <a:spcBef>
                <a:spcPts val="641"/>
              </a:spcBef>
              <a:buNone/>
              <a:tabLst>
                <a:tab algn="l" pos="0"/>
              </a:tabLst>
            </a:pPr>
            <a:endParaRPr b="0" lang="en-US" sz="3200" strike="noStrike" u="none">
              <a:solidFill>
                <a:srgbClr val="000000"/>
              </a:solidFill>
              <a:effectLst/>
              <a:uFillTx/>
              <a:latin typeface="Arial"/>
            </a:endParaRPr>
          </a:p>
        </p:txBody>
      </p:sp>
      <p:sp>
        <p:nvSpPr>
          <p:cNvPr id="176" name="Google Shape;130;p4"/>
          <p:cNvSpPr/>
          <p:nvPr/>
        </p:nvSpPr>
        <p:spPr>
          <a:xfrm>
            <a:off x="76320" y="76212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grpSp>
        <p:nvGrpSpPr>
          <p:cNvPr id="177" name="Google Shape;131;p4"/>
          <p:cNvGrpSpPr/>
          <p:nvPr/>
        </p:nvGrpSpPr>
        <p:grpSpPr>
          <a:xfrm>
            <a:off x="1333440" y="4890600"/>
            <a:ext cx="6399360" cy="455760"/>
            <a:chOff x="1333440" y="4890600"/>
            <a:chExt cx="6399360" cy="455760"/>
          </a:xfrm>
        </p:grpSpPr>
        <p:sp>
          <p:nvSpPr>
            <p:cNvPr id="178" name="Google Shape;132;p4"/>
            <p:cNvSpPr/>
            <p:nvPr/>
          </p:nvSpPr>
          <p:spPr>
            <a:xfrm>
              <a:off x="1333440" y="4890600"/>
              <a:ext cx="1370160" cy="455760"/>
            </a:xfrm>
            <a:prstGeom prst="rect">
              <a:avLst/>
            </a:prstGeom>
            <a:solidFill>
              <a:srgbClr val="daeef3"/>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1" lang="en-US" sz="1800" strike="noStrike" u="none">
                  <a:solidFill>
                    <a:schemeClr val="dk1"/>
                  </a:solidFill>
                  <a:effectLst/>
                  <a:uFillTx/>
                  <a:latin typeface="Calibri"/>
                  <a:ea typeface="Calibri"/>
                </a:rPr>
                <a:t>SI</a:t>
              </a:r>
              <a:endParaRPr b="0" lang="en-US" sz="1800" strike="noStrike" u="none">
                <a:solidFill>
                  <a:srgbClr val="000000"/>
                </a:solidFill>
                <a:effectLst/>
                <a:uFillTx/>
                <a:latin typeface="Arial"/>
              </a:endParaRPr>
            </a:p>
          </p:txBody>
        </p:sp>
        <p:sp>
          <p:nvSpPr>
            <p:cNvPr id="179" name="Google Shape;133;p4"/>
            <p:cNvSpPr/>
            <p:nvPr/>
          </p:nvSpPr>
          <p:spPr>
            <a:xfrm>
              <a:off x="3543480" y="4890600"/>
              <a:ext cx="1675080" cy="455760"/>
            </a:xfrm>
            <a:prstGeom prst="rect">
              <a:avLst/>
            </a:prstGeom>
            <a:solidFill>
              <a:srgbClr val="daeef3"/>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1" lang="en-US" sz="1800" strike="noStrike" u="none">
                  <a:solidFill>
                    <a:schemeClr val="dk1"/>
                  </a:solidFill>
                  <a:effectLst/>
                  <a:uFillTx/>
                  <a:latin typeface="Calibri"/>
                  <a:ea typeface="Calibri"/>
                </a:rPr>
                <a:t>SISD</a:t>
              </a:r>
              <a:endParaRPr b="0" lang="en-US" sz="1800" strike="noStrike" u="none">
                <a:solidFill>
                  <a:srgbClr val="000000"/>
                </a:solidFill>
                <a:effectLst/>
                <a:uFillTx/>
                <a:latin typeface="Arial"/>
              </a:endParaRPr>
            </a:p>
          </p:txBody>
        </p:sp>
        <p:sp>
          <p:nvSpPr>
            <p:cNvPr id="180" name="Google Shape;134;p4"/>
            <p:cNvSpPr/>
            <p:nvPr/>
          </p:nvSpPr>
          <p:spPr>
            <a:xfrm>
              <a:off x="6134040" y="4890600"/>
              <a:ext cx="1598760" cy="455760"/>
            </a:xfrm>
            <a:prstGeom prst="rect">
              <a:avLst/>
            </a:prstGeom>
            <a:solidFill>
              <a:srgbClr val="daeef3"/>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1" lang="en-US" sz="1800" strike="noStrike" u="none">
                  <a:solidFill>
                    <a:schemeClr val="dk1"/>
                  </a:solidFill>
                  <a:effectLst/>
                  <a:uFillTx/>
                  <a:latin typeface="Calibri"/>
                  <a:ea typeface="Calibri"/>
                </a:rPr>
                <a:t>SD</a:t>
              </a:r>
              <a:endParaRPr b="0" lang="en-US" sz="1800" strike="noStrike" u="none">
                <a:solidFill>
                  <a:srgbClr val="000000"/>
                </a:solidFill>
                <a:effectLst/>
                <a:uFillTx/>
                <a:latin typeface="Arial"/>
              </a:endParaRPr>
            </a:p>
          </p:txBody>
        </p:sp>
        <p:cxnSp>
          <p:nvCxnSpPr>
            <p:cNvPr id="181" name="Google Shape;135;p4"/>
            <p:cNvCxnSpPr/>
            <p:nvPr/>
          </p:nvCxnSpPr>
          <p:spPr>
            <a:xfrm>
              <a:off x="2705040" y="5118840"/>
              <a:ext cx="839520" cy="1440"/>
            </a:xfrm>
            <a:prstGeom prst="straightConnector1">
              <a:avLst/>
            </a:prstGeom>
            <a:ln w="22225">
              <a:solidFill>
                <a:srgbClr val="000000"/>
              </a:solidFill>
              <a:round/>
              <a:tailEnd len="lg" type="triangle" w="lg"/>
            </a:ln>
          </p:spPr>
        </p:cxnSp>
        <p:cxnSp>
          <p:nvCxnSpPr>
            <p:cNvPr id="182" name="Google Shape;136;p4"/>
            <p:cNvCxnSpPr/>
            <p:nvPr/>
          </p:nvCxnSpPr>
          <p:spPr>
            <a:xfrm flipH="1">
              <a:off x="5219640" y="5118840"/>
              <a:ext cx="915840" cy="1440"/>
            </a:xfrm>
            <a:prstGeom prst="straightConnector1">
              <a:avLst/>
            </a:prstGeom>
            <a:ln w="22225">
              <a:solidFill>
                <a:srgbClr val="000000"/>
              </a:solidFill>
              <a:round/>
              <a:tailEnd len="lg" type="triangle" w="lg"/>
            </a:ln>
          </p:spPr>
        </p:cxnSp>
      </p:grpSp>
      <p:pic>
        <p:nvPicPr>
          <p:cNvPr id="183" name="Google Shape;137;p4" descr=""/>
          <p:cNvPicPr/>
          <p:nvPr/>
        </p:nvPicPr>
        <p:blipFill>
          <a:blip r:embed="rId1"/>
          <a:stretch/>
        </p:blipFill>
        <p:spPr>
          <a:xfrm>
            <a:off x="6105240" y="1029240"/>
            <a:ext cx="2450160" cy="292464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0" y="0"/>
            <a:ext cx="9142560" cy="912960"/>
          </a:xfrm>
          <a:prstGeom prst="rect">
            <a:avLst/>
          </a:prstGeom>
          <a:noFill/>
          <a:ln w="0">
            <a:noFill/>
          </a:ln>
        </p:spPr>
        <p:txBody>
          <a:bodyPr lIns="91440" rIns="91440" tIns="45720" bIns="45720" anchor="ctr">
            <a:noAutofit/>
          </a:bodyPr>
          <a:p>
            <a:pPr indent="0" algn="ctr">
              <a:lnSpc>
                <a:spcPct val="100000"/>
              </a:lnSpc>
              <a:buNone/>
              <a:tabLst>
                <a:tab algn="l" pos="0"/>
              </a:tabLst>
            </a:pPr>
            <a:r>
              <a:rPr b="1" lang="en-US" sz="3400" strike="noStrike" u="none">
                <a:solidFill>
                  <a:srgbClr val="b80000"/>
                </a:solidFill>
                <a:effectLst/>
                <a:uFillTx/>
                <a:latin typeface="Calibri"/>
                <a:ea typeface="Calibri"/>
              </a:rPr>
              <a:t>2. Single Instruction, Multiple Data Stream - </a:t>
            </a:r>
            <a:r>
              <a:rPr b="1" i="1" lang="en-US" sz="3400" strike="noStrike" u="none">
                <a:solidFill>
                  <a:srgbClr val="b80000"/>
                </a:solidFill>
                <a:effectLst/>
                <a:uFillTx/>
                <a:latin typeface="Calibri"/>
                <a:ea typeface="Calibri"/>
              </a:rPr>
              <a:t>SIMD</a:t>
            </a:r>
            <a:endParaRPr b="0" lang="en-US" sz="3400" strike="noStrike" u="none">
              <a:solidFill>
                <a:srgbClr val="000000"/>
              </a:solidFill>
              <a:effectLst/>
              <a:uFillTx/>
              <a:latin typeface="Arial"/>
            </a:endParaRPr>
          </a:p>
        </p:txBody>
      </p:sp>
      <p:sp>
        <p:nvSpPr>
          <p:cNvPr id="185" name="PlaceHolder 2"/>
          <p:cNvSpPr>
            <a:spLocks noGrp="1"/>
          </p:cNvSpPr>
          <p:nvPr>
            <p:ph/>
          </p:nvPr>
        </p:nvSpPr>
        <p:spPr>
          <a:xfrm>
            <a:off x="77760" y="914400"/>
            <a:ext cx="8988480" cy="5789880"/>
          </a:xfrm>
          <a:prstGeom prst="rect">
            <a:avLst/>
          </a:prstGeom>
          <a:noFill/>
          <a:ln w="0">
            <a:noFill/>
          </a:ln>
        </p:spPr>
        <p:txBody>
          <a:bodyPr lIns="91440" rIns="91440" tIns="45720" bIns="45720" anchor="t">
            <a:normAutofit/>
          </a:bodyPr>
          <a:p>
            <a:pPr marL="343080" indent="-343080">
              <a:lnSpc>
                <a:spcPct val="100000"/>
              </a:lnSpc>
              <a:buClr>
                <a:srgbClr val="000000"/>
              </a:buClr>
              <a:buFont typeface="Arial"/>
              <a:buChar char="•"/>
            </a:pPr>
            <a:r>
              <a:rPr b="0" lang="en-US" sz="3000" strike="noStrike" u="none">
                <a:solidFill>
                  <a:schemeClr val="dk1"/>
                </a:solidFill>
                <a:effectLst/>
                <a:uFillTx/>
                <a:latin typeface="Calibri"/>
                <a:ea typeface="Calibri"/>
              </a:rPr>
              <a:t>A </a:t>
            </a:r>
            <a:r>
              <a:rPr b="1" lang="en-US" sz="3000" strike="noStrike" u="none">
                <a:solidFill>
                  <a:srgbClr val="c00000"/>
                </a:solidFill>
                <a:effectLst/>
                <a:uFillTx/>
                <a:latin typeface="Calibri"/>
                <a:ea typeface="Calibri"/>
              </a:rPr>
              <a:t>parallel processor</a:t>
            </a:r>
            <a:endParaRPr b="0" lang="en-US" sz="3000" strike="noStrike" u="none">
              <a:solidFill>
                <a:srgbClr val="000000"/>
              </a:solidFill>
              <a:effectLst/>
              <a:uFillTx/>
              <a:latin typeface="Arial"/>
            </a:endParaRPr>
          </a:p>
          <a:p>
            <a:pPr marL="343080" indent="-343080" algn="just">
              <a:lnSpc>
                <a:spcPct val="100000"/>
              </a:lnSpc>
              <a:spcBef>
                <a:spcPts val="1800"/>
              </a:spcBef>
              <a:buClr>
                <a:srgbClr val="c00000"/>
              </a:buClr>
              <a:buFont typeface="Arial"/>
              <a:buChar char="•"/>
            </a:pPr>
            <a:r>
              <a:rPr b="1" lang="en-US" sz="3000" strike="noStrike" u="none">
                <a:solidFill>
                  <a:srgbClr val="c00000"/>
                </a:solidFill>
                <a:effectLst/>
                <a:uFillTx/>
                <a:latin typeface="Calibri"/>
                <a:ea typeface="Calibri"/>
              </a:rPr>
              <a:t>Single instruction</a:t>
            </a:r>
            <a:r>
              <a:rPr b="0" lang="en-US" sz="3000" strike="noStrike" u="none">
                <a:solidFill>
                  <a:schemeClr val="dk1"/>
                </a:solidFill>
                <a:effectLst/>
                <a:uFillTx/>
                <a:latin typeface="Calibri"/>
                <a:ea typeface="Calibri"/>
              </a:rPr>
              <a:t>: all </a:t>
            </a:r>
            <a:r>
              <a:rPr b="1" lang="en-US" sz="3000" strike="noStrike" u="none">
                <a:solidFill>
                  <a:srgbClr val="2c14de"/>
                </a:solidFill>
                <a:effectLst/>
                <a:uFillTx/>
                <a:latin typeface="Calibri"/>
                <a:ea typeface="Calibri"/>
              </a:rPr>
              <a:t>processing units</a:t>
            </a:r>
            <a:r>
              <a:rPr b="0" lang="en-US" sz="3000" strike="noStrike" u="none">
                <a:solidFill>
                  <a:schemeClr val="dk1"/>
                </a:solidFill>
                <a:effectLst/>
                <a:uFillTx/>
                <a:latin typeface="Calibri"/>
                <a:ea typeface="Calibri"/>
              </a:rPr>
              <a:t> </a:t>
            </a:r>
            <a:r>
              <a:rPr b="1" lang="en-US" sz="3000" strike="noStrike" u="none">
                <a:solidFill>
                  <a:schemeClr val="dk1"/>
                </a:solidFill>
                <a:effectLst/>
                <a:uFillTx/>
                <a:latin typeface="Calibri"/>
                <a:ea typeface="Calibri"/>
              </a:rPr>
              <a:t>execute</a:t>
            </a:r>
            <a:r>
              <a:rPr b="0" lang="en-US" sz="3000" strike="noStrike" u="none">
                <a:solidFill>
                  <a:schemeClr val="dk1"/>
                </a:solidFill>
                <a:effectLst/>
                <a:uFillTx/>
                <a:latin typeface="Calibri"/>
                <a:ea typeface="Calibri"/>
              </a:rPr>
              <a:t> </a:t>
            </a:r>
            <a:r>
              <a:rPr b="1" lang="en-US" sz="3000" strike="noStrike" u="none">
                <a:solidFill>
                  <a:schemeClr val="dk1"/>
                </a:solidFill>
                <a:effectLst/>
                <a:uFillTx/>
                <a:latin typeface="Calibri"/>
                <a:ea typeface="Calibri"/>
              </a:rPr>
              <a:t>same instruction </a:t>
            </a:r>
            <a:r>
              <a:rPr b="0" lang="en-US" sz="3000" strike="noStrike" u="none">
                <a:solidFill>
                  <a:schemeClr val="dk1"/>
                </a:solidFill>
                <a:effectLst/>
                <a:uFillTx/>
                <a:latin typeface="Calibri"/>
                <a:ea typeface="Calibri"/>
              </a:rPr>
              <a:t>at </a:t>
            </a:r>
            <a:r>
              <a:rPr b="1" lang="en-US" sz="3000" strike="noStrike" u="none">
                <a:solidFill>
                  <a:srgbClr val="2c14de"/>
                </a:solidFill>
                <a:effectLst/>
                <a:uFillTx/>
                <a:latin typeface="Calibri"/>
                <a:ea typeface="Calibri"/>
              </a:rPr>
              <a:t>any given clock cycle</a:t>
            </a:r>
            <a:endParaRPr b="0" lang="en-US" sz="3000" strike="noStrike" u="none">
              <a:solidFill>
                <a:srgbClr val="000000"/>
              </a:solidFill>
              <a:effectLst/>
              <a:uFillTx/>
              <a:latin typeface="Arial"/>
            </a:endParaRPr>
          </a:p>
          <a:p>
            <a:pPr marL="343080" indent="-343080" algn="just">
              <a:lnSpc>
                <a:spcPct val="100000"/>
              </a:lnSpc>
              <a:spcBef>
                <a:spcPts val="1800"/>
              </a:spcBef>
              <a:buClr>
                <a:srgbClr val="c00000"/>
              </a:buClr>
              <a:buFont typeface="Arial"/>
              <a:buChar char="•"/>
            </a:pPr>
            <a:r>
              <a:rPr b="1" lang="en-US" sz="3000" strike="noStrike" u="none">
                <a:solidFill>
                  <a:srgbClr val="c00000"/>
                </a:solidFill>
                <a:effectLst/>
                <a:uFillTx/>
                <a:latin typeface="Calibri"/>
                <a:ea typeface="Calibri"/>
              </a:rPr>
              <a:t>Multiple data</a:t>
            </a:r>
            <a:r>
              <a:rPr b="0" lang="en-US" sz="3000" strike="noStrike" u="none">
                <a:solidFill>
                  <a:schemeClr val="dk1"/>
                </a:solidFill>
                <a:effectLst/>
                <a:uFillTx/>
                <a:latin typeface="Calibri"/>
                <a:ea typeface="Calibri"/>
              </a:rPr>
              <a:t>: Each </a:t>
            </a:r>
            <a:r>
              <a:rPr b="1" lang="en-US" sz="3000" strike="noStrike" u="none">
                <a:solidFill>
                  <a:srgbClr val="2c14de"/>
                </a:solidFill>
                <a:effectLst/>
                <a:uFillTx/>
                <a:latin typeface="Calibri"/>
                <a:ea typeface="Calibri"/>
              </a:rPr>
              <a:t>processing unit </a:t>
            </a:r>
            <a:r>
              <a:rPr b="0" lang="en-US" sz="3000" strike="noStrike" u="none">
                <a:solidFill>
                  <a:schemeClr val="dk1"/>
                </a:solidFill>
                <a:effectLst/>
                <a:uFillTx/>
                <a:latin typeface="Calibri"/>
                <a:ea typeface="Calibri"/>
              </a:rPr>
              <a:t>can </a:t>
            </a:r>
            <a:r>
              <a:rPr b="1" lang="en-US" sz="3000" strike="noStrike" u="none">
                <a:solidFill>
                  <a:srgbClr val="2c14de"/>
                </a:solidFill>
                <a:effectLst/>
                <a:uFillTx/>
                <a:latin typeface="Calibri"/>
                <a:ea typeface="Calibri"/>
              </a:rPr>
              <a:t>operate</a:t>
            </a:r>
            <a:r>
              <a:rPr b="0" lang="en-US" sz="3000" strike="noStrike" u="none">
                <a:solidFill>
                  <a:srgbClr val="2c14de"/>
                </a:solidFill>
                <a:effectLst/>
                <a:uFillTx/>
                <a:latin typeface="Calibri"/>
                <a:ea typeface="Calibri"/>
              </a:rPr>
              <a:t> </a:t>
            </a:r>
            <a:r>
              <a:rPr b="1" lang="en-US" sz="3000" strike="noStrike" u="none">
                <a:solidFill>
                  <a:srgbClr val="2c14de"/>
                </a:solidFill>
                <a:effectLst/>
                <a:uFillTx/>
                <a:latin typeface="Calibri"/>
                <a:ea typeface="Calibri"/>
              </a:rPr>
              <a:t>on </a:t>
            </a:r>
            <a:r>
              <a:rPr b="0" lang="en-US" sz="3000" strike="noStrike" u="none">
                <a:solidFill>
                  <a:schemeClr val="dk1"/>
                </a:solidFill>
                <a:effectLst/>
                <a:uFillTx/>
                <a:latin typeface="Calibri"/>
                <a:ea typeface="Calibri"/>
              </a:rPr>
              <a:t>a </a:t>
            </a:r>
            <a:r>
              <a:rPr b="1" lang="en-US" sz="3000" strike="noStrike" u="none">
                <a:solidFill>
                  <a:srgbClr val="2c14de"/>
                </a:solidFill>
                <a:effectLst/>
                <a:uFillTx/>
                <a:latin typeface="Calibri"/>
                <a:ea typeface="Calibri"/>
              </a:rPr>
              <a:t>different data element</a:t>
            </a:r>
            <a:endParaRPr b="0" lang="en-US" sz="3000" strike="noStrike" u="none">
              <a:solidFill>
                <a:srgbClr val="000000"/>
              </a:solidFill>
              <a:effectLst/>
              <a:uFillTx/>
              <a:latin typeface="Arial"/>
            </a:endParaRPr>
          </a:p>
          <a:p>
            <a:pPr marL="343080" indent="-343080" algn="just">
              <a:lnSpc>
                <a:spcPct val="100000"/>
              </a:lnSpc>
              <a:spcBef>
                <a:spcPts val="1800"/>
              </a:spcBef>
              <a:buClr>
                <a:srgbClr val="2c14de"/>
              </a:buClr>
              <a:buFont typeface="Arial"/>
              <a:buChar char="•"/>
            </a:pPr>
            <a:r>
              <a:rPr b="1" lang="en-US" sz="3000" strike="noStrike" u="none">
                <a:solidFill>
                  <a:srgbClr val="2c14de"/>
                </a:solidFill>
                <a:effectLst/>
                <a:uFillTx/>
                <a:latin typeface="Calibri"/>
                <a:ea typeface="Calibri"/>
              </a:rPr>
              <a:t>Large number </a:t>
            </a:r>
            <a:r>
              <a:rPr b="0" lang="en-US" sz="3000" strike="noStrike" u="none">
                <a:solidFill>
                  <a:schemeClr val="dk1"/>
                </a:solidFill>
                <a:effectLst/>
                <a:uFillTx/>
                <a:latin typeface="Calibri"/>
                <a:ea typeface="Calibri"/>
              </a:rPr>
              <a:t>of </a:t>
            </a:r>
            <a:r>
              <a:rPr b="1" lang="en-US" sz="3000" strike="noStrike" u="none">
                <a:solidFill>
                  <a:srgbClr val="2c14de"/>
                </a:solidFill>
                <a:effectLst/>
                <a:uFillTx/>
                <a:latin typeface="Calibri"/>
                <a:ea typeface="Calibri"/>
              </a:rPr>
              <a:t>processing elements </a:t>
            </a:r>
            <a:r>
              <a:rPr b="1" lang="en-US" sz="3000" strike="noStrike" u="none">
                <a:solidFill>
                  <a:schemeClr val="dk1"/>
                </a:solidFill>
                <a:effectLst/>
                <a:uFillTx/>
                <a:latin typeface="Calibri"/>
                <a:ea typeface="Calibri"/>
              </a:rPr>
              <a:t>(with local memory)</a:t>
            </a:r>
            <a:endParaRPr b="0" lang="en-US" sz="3000" strike="noStrike" u="none">
              <a:solidFill>
                <a:srgbClr val="000000"/>
              </a:solidFill>
              <a:effectLst/>
              <a:uFillTx/>
              <a:latin typeface="Arial"/>
            </a:endParaRPr>
          </a:p>
          <a:p>
            <a:pPr marL="343080" indent="-343080">
              <a:lnSpc>
                <a:spcPct val="100000"/>
              </a:lnSpc>
              <a:spcBef>
                <a:spcPts val="1800"/>
              </a:spcBef>
              <a:buClr>
                <a:srgbClr val="000000"/>
              </a:buClr>
              <a:buFont typeface="Arial"/>
              <a:buChar char="•"/>
            </a:pPr>
            <a:r>
              <a:rPr b="1" lang="en-US" sz="3000" strike="noStrike" u="sng">
                <a:solidFill>
                  <a:schemeClr val="dk1"/>
                </a:solidFill>
                <a:effectLst/>
                <a:uFillTx/>
                <a:latin typeface="Calibri"/>
                <a:ea typeface="Calibri"/>
              </a:rPr>
              <a:t>Examples</a:t>
            </a:r>
            <a:r>
              <a:rPr b="0" lang="en-US" sz="3000" strike="noStrike" u="none">
                <a:solidFill>
                  <a:schemeClr val="dk1"/>
                </a:solidFill>
                <a:effectLst/>
                <a:uFillTx/>
                <a:latin typeface="Calibri"/>
                <a:ea typeface="Calibri"/>
              </a:rPr>
              <a:t>: </a:t>
            </a:r>
            <a:r>
              <a:rPr b="1" lang="en-US" sz="3000" strike="noStrike" u="none">
                <a:solidFill>
                  <a:schemeClr val="dk1"/>
                </a:solidFill>
                <a:effectLst/>
                <a:uFillTx/>
                <a:latin typeface="Calibri"/>
                <a:ea typeface="Calibri"/>
              </a:rPr>
              <a:t>GPUs, etc.</a:t>
            </a:r>
            <a:endParaRPr b="0" lang="en-US" sz="3000" strike="noStrike" u="none">
              <a:solidFill>
                <a:srgbClr val="000000"/>
              </a:solidFill>
              <a:effectLst/>
              <a:uFillTx/>
              <a:latin typeface="Arial"/>
            </a:endParaRPr>
          </a:p>
        </p:txBody>
      </p:sp>
      <p:sp>
        <p:nvSpPr>
          <p:cNvPr id="186" name="Google Shape;145;p5"/>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grpSp>
        <p:nvGrpSpPr>
          <p:cNvPr id="187" name="Google Shape;146;p5"/>
          <p:cNvGrpSpPr/>
          <p:nvPr/>
        </p:nvGrpSpPr>
        <p:grpSpPr>
          <a:xfrm>
            <a:off x="4419720" y="4952880"/>
            <a:ext cx="4341960" cy="1377360"/>
            <a:chOff x="4419720" y="4952880"/>
            <a:chExt cx="4341960" cy="1377360"/>
          </a:xfrm>
        </p:grpSpPr>
        <p:sp>
          <p:nvSpPr>
            <p:cNvPr id="188" name="Google Shape;147;p5"/>
            <p:cNvSpPr/>
            <p:nvPr/>
          </p:nvSpPr>
          <p:spPr>
            <a:xfrm>
              <a:off x="4419720" y="5458320"/>
              <a:ext cx="839160" cy="431640"/>
            </a:xfrm>
            <a:prstGeom prst="rect">
              <a:avLst/>
            </a:prstGeom>
            <a:solidFill>
              <a:srgbClr val="f2dada"/>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1" lang="en-US" sz="1800" strike="noStrike" u="none">
                  <a:solidFill>
                    <a:schemeClr val="dk1"/>
                  </a:solidFill>
                  <a:effectLst/>
                  <a:uFillTx/>
                  <a:latin typeface="Calibri"/>
                  <a:ea typeface="Calibri"/>
                </a:rPr>
                <a:t>SI</a:t>
              </a:r>
              <a:endParaRPr b="0" lang="en-US" sz="1800" strike="noStrike" u="none">
                <a:solidFill>
                  <a:srgbClr val="000000"/>
                </a:solidFill>
                <a:effectLst/>
                <a:uFillTx/>
                <a:latin typeface="Arial"/>
              </a:endParaRPr>
            </a:p>
          </p:txBody>
        </p:sp>
        <p:sp>
          <p:nvSpPr>
            <p:cNvPr id="189" name="Google Shape;148;p5"/>
            <p:cNvSpPr/>
            <p:nvPr/>
          </p:nvSpPr>
          <p:spPr>
            <a:xfrm>
              <a:off x="6171120" y="4952880"/>
              <a:ext cx="909360" cy="359640"/>
            </a:xfrm>
            <a:prstGeom prst="rect">
              <a:avLst/>
            </a:prstGeom>
            <a:solidFill>
              <a:srgbClr val="f2dada"/>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1" lang="en-US" sz="1800" strike="noStrike" u="none">
                  <a:solidFill>
                    <a:schemeClr val="dk1"/>
                  </a:solidFill>
                  <a:effectLst/>
                  <a:uFillTx/>
                  <a:latin typeface="Calibri"/>
                  <a:ea typeface="Calibri"/>
                </a:rPr>
                <a:t>SISD</a:t>
              </a:r>
              <a:endParaRPr b="0" lang="en-US" sz="1800" strike="noStrike" u="none">
                <a:solidFill>
                  <a:srgbClr val="000000"/>
                </a:solidFill>
                <a:effectLst/>
                <a:uFillTx/>
                <a:latin typeface="Arial"/>
              </a:endParaRPr>
            </a:p>
          </p:txBody>
        </p:sp>
        <p:sp>
          <p:nvSpPr>
            <p:cNvPr id="190" name="Google Shape;149;p5"/>
            <p:cNvSpPr/>
            <p:nvPr/>
          </p:nvSpPr>
          <p:spPr>
            <a:xfrm>
              <a:off x="6171120" y="5458320"/>
              <a:ext cx="909360" cy="359640"/>
            </a:xfrm>
            <a:prstGeom prst="rect">
              <a:avLst/>
            </a:prstGeom>
            <a:solidFill>
              <a:srgbClr val="f2dada"/>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1" lang="en-US" sz="1800" strike="noStrike" u="none">
                  <a:solidFill>
                    <a:schemeClr val="dk1"/>
                  </a:solidFill>
                  <a:effectLst/>
                  <a:uFillTx/>
                  <a:latin typeface="Calibri"/>
                  <a:ea typeface="Calibri"/>
                </a:rPr>
                <a:t>SISD</a:t>
              </a:r>
              <a:endParaRPr b="0" lang="en-US" sz="1800" strike="noStrike" u="none">
                <a:solidFill>
                  <a:srgbClr val="000000"/>
                </a:solidFill>
                <a:effectLst/>
                <a:uFillTx/>
                <a:latin typeface="Arial"/>
              </a:endParaRPr>
            </a:p>
          </p:txBody>
        </p:sp>
        <p:sp>
          <p:nvSpPr>
            <p:cNvPr id="191" name="Google Shape;150;p5"/>
            <p:cNvSpPr/>
            <p:nvPr/>
          </p:nvSpPr>
          <p:spPr>
            <a:xfrm>
              <a:off x="6171120" y="5970600"/>
              <a:ext cx="909360" cy="359640"/>
            </a:xfrm>
            <a:prstGeom prst="rect">
              <a:avLst/>
            </a:prstGeom>
            <a:solidFill>
              <a:srgbClr val="f2dada"/>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1" lang="en-US" sz="1800" strike="noStrike" u="none">
                  <a:solidFill>
                    <a:schemeClr val="dk1"/>
                  </a:solidFill>
                  <a:effectLst/>
                  <a:uFillTx/>
                  <a:latin typeface="Calibri"/>
                  <a:ea typeface="Calibri"/>
                </a:rPr>
                <a:t>SISD</a:t>
              </a:r>
              <a:endParaRPr b="0" lang="en-US" sz="1800" strike="noStrike" u="none">
                <a:solidFill>
                  <a:srgbClr val="000000"/>
                </a:solidFill>
                <a:effectLst/>
                <a:uFillTx/>
                <a:latin typeface="Arial"/>
              </a:endParaRPr>
            </a:p>
          </p:txBody>
        </p:sp>
        <p:sp>
          <p:nvSpPr>
            <p:cNvPr id="192" name="Google Shape;151;p5"/>
            <p:cNvSpPr/>
            <p:nvPr/>
          </p:nvSpPr>
          <p:spPr>
            <a:xfrm>
              <a:off x="7852320" y="4952880"/>
              <a:ext cx="909360" cy="359640"/>
            </a:xfrm>
            <a:prstGeom prst="rect">
              <a:avLst/>
            </a:prstGeom>
            <a:solidFill>
              <a:srgbClr val="f2dada"/>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1" lang="en-US" sz="1800" strike="noStrike" u="none">
                  <a:solidFill>
                    <a:schemeClr val="dk1"/>
                  </a:solidFill>
                  <a:effectLst/>
                  <a:uFillTx/>
                  <a:latin typeface="Calibri"/>
                  <a:ea typeface="Calibri"/>
                </a:rPr>
                <a:t>SD</a:t>
              </a:r>
              <a:endParaRPr b="0" lang="en-US" sz="1800" strike="noStrike" u="none">
                <a:solidFill>
                  <a:srgbClr val="000000"/>
                </a:solidFill>
                <a:effectLst/>
                <a:uFillTx/>
                <a:latin typeface="Arial"/>
              </a:endParaRPr>
            </a:p>
          </p:txBody>
        </p:sp>
        <p:sp>
          <p:nvSpPr>
            <p:cNvPr id="193" name="Google Shape;152;p5"/>
            <p:cNvSpPr/>
            <p:nvPr/>
          </p:nvSpPr>
          <p:spPr>
            <a:xfrm>
              <a:off x="7852320" y="5458320"/>
              <a:ext cx="909360" cy="359640"/>
            </a:xfrm>
            <a:prstGeom prst="rect">
              <a:avLst/>
            </a:prstGeom>
            <a:solidFill>
              <a:srgbClr val="f2dada"/>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1" lang="en-US" sz="1800" strike="noStrike" u="none">
                  <a:solidFill>
                    <a:schemeClr val="dk1"/>
                  </a:solidFill>
                  <a:effectLst/>
                  <a:uFillTx/>
                  <a:latin typeface="Calibri"/>
                  <a:ea typeface="Calibri"/>
                </a:rPr>
                <a:t>SD</a:t>
              </a:r>
              <a:endParaRPr b="0" lang="en-US" sz="1800" strike="noStrike" u="none">
                <a:solidFill>
                  <a:srgbClr val="000000"/>
                </a:solidFill>
                <a:effectLst/>
                <a:uFillTx/>
                <a:latin typeface="Arial"/>
              </a:endParaRPr>
            </a:p>
          </p:txBody>
        </p:sp>
        <p:sp>
          <p:nvSpPr>
            <p:cNvPr id="194" name="Google Shape;153;p5"/>
            <p:cNvSpPr/>
            <p:nvPr/>
          </p:nvSpPr>
          <p:spPr>
            <a:xfrm>
              <a:off x="7852320" y="5963760"/>
              <a:ext cx="909360" cy="359640"/>
            </a:xfrm>
            <a:prstGeom prst="rect">
              <a:avLst/>
            </a:prstGeom>
            <a:solidFill>
              <a:srgbClr val="f2dada"/>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1" lang="en-US" sz="1800" strike="noStrike" u="none">
                  <a:solidFill>
                    <a:schemeClr val="dk1"/>
                  </a:solidFill>
                  <a:effectLst/>
                  <a:uFillTx/>
                  <a:latin typeface="Calibri"/>
                  <a:ea typeface="Calibri"/>
                </a:rPr>
                <a:t>SD</a:t>
              </a:r>
              <a:endParaRPr b="0" lang="en-US" sz="1800" strike="noStrike" u="none">
                <a:solidFill>
                  <a:srgbClr val="000000"/>
                </a:solidFill>
                <a:effectLst/>
                <a:uFillTx/>
                <a:latin typeface="Arial"/>
              </a:endParaRPr>
            </a:p>
          </p:txBody>
        </p:sp>
        <p:cxnSp>
          <p:nvCxnSpPr>
            <p:cNvPr id="195" name="Google Shape;154;p5"/>
            <p:cNvCxnSpPr/>
            <p:nvPr/>
          </p:nvCxnSpPr>
          <p:spPr>
            <a:xfrm>
              <a:off x="4839840" y="5169600"/>
              <a:ext cx="1332360" cy="1440"/>
            </a:xfrm>
            <a:prstGeom prst="straightConnector1">
              <a:avLst/>
            </a:prstGeom>
            <a:ln w="22225">
              <a:solidFill>
                <a:srgbClr val="000000"/>
              </a:solidFill>
              <a:round/>
              <a:tailEnd len="lg" type="triangle" w="lg"/>
            </a:ln>
          </p:spPr>
        </p:cxnSp>
        <p:cxnSp>
          <p:nvCxnSpPr>
            <p:cNvPr id="196" name="Google Shape;155;p5"/>
            <p:cNvCxnSpPr/>
            <p:nvPr/>
          </p:nvCxnSpPr>
          <p:spPr>
            <a:xfrm>
              <a:off x="5259960" y="5675040"/>
              <a:ext cx="912240" cy="1440"/>
            </a:xfrm>
            <a:prstGeom prst="straightConnector1">
              <a:avLst/>
            </a:prstGeom>
            <a:ln w="22225">
              <a:solidFill>
                <a:srgbClr val="000000"/>
              </a:solidFill>
              <a:round/>
              <a:tailEnd len="lg" type="triangle" w="lg"/>
            </a:ln>
          </p:spPr>
        </p:cxnSp>
        <p:cxnSp>
          <p:nvCxnSpPr>
            <p:cNvPr id="197" name="Google Shape;156;p5"/>
            <p:cNvCxnSpPr/>
            <p:nvPr/>
          </p:nvCxnSpPr>
          <p:spPr>
            <a:xfrm>
              <a:off x="4769640" y="6252480"/>
              <a:ext cx="1402560" cy="1440"/>
            </a:xfrm>
            <a:prstGeom prst="straightConnector1">
              <a:avLst/>
            </a:prstGeom>
            <a:ln w="22225">
              <a:solidFill>
                <a:srgbClr val="000000"/>
              </a:solidFill>
              <a:round/>
              <a:tailEnd len="lg" type="triangle" w="lg"/>
            </a:ln>
          </p:spPr>
        </p:cxnSp>
        <p:cxnSp>
          <p:nvCxnSpPr>
            <p:cNvPr id="198" name="Google Shape;157;p5"/>
            <p:cNvCxnSpPr/>
            <p:nvPr/>
          </p:nvCxnSpPr>
          <p:spPr>
            <a:xfrm>
              <a:off x="4744080" y="5891400"/>
              <a:ext cx="43560" cy="362520"/>
            </a:xfrm>
            <a:prstGeom prst="straightConnector1">
              <a:avLst/>
            </a:prstGeom>
            <a:ln w="22225">
              <a:solidFill>
                <a:srgbClr val="000000"/>
              </a:solidFill>
              <a:round/>
            </a:ln>
          </p:spPr>
        </p:cxnSp>
        <p:cxnSp>
          <p:nvCxnSpPr>
            <p:cNvPr id="199" name="Google Shape;158;p5"/>
            <p:cNvCxnSpPr/>
            <p:nvPr/>
          </p:nvCxnSpPr>
          <p:spPr>
            <a:xfrm flipH="1">
              <a:off x="7081560" y="5136480"/>
              <a:ext cx="771840" cy="1440"/>
            </a:xfrm>
            <a:prstGeom prst="straightConnector1">
              <a:avLst/>
            </a:prstGeom>
            <a:ln w="22225">
              <a:solidFill>
                <a:srgbClr val="000000"/>
              </a:solidFill>
              <a:round/>
              <a:tailEnd len="lg" type="triangle" w="lg"/>
            </a:ln>
          </p:spPr>
        </p:cxnSp>
        <p:cxnSp>
          <p:nvCxnSpPr>
            <p:cNvPr id="200" name="Google Shape;159;p5"/>
            <p:cNvCxnSpPr/>
            <p:nvPr/>
          </p:nvCxnSpPr>
          <p:spPr>
            <a:xfrm flipH="1">
              <a:off x="7081560" y="6114600"/>
              <a:ext cx="771840" cy="1440"/>
            </a:xfrm>
            <a:prstGeom prst="straightConnector1">
              <a:avLst/>
            </a:prstGeom>
            <a:ln w="22225">
              <a:solidFill>
                <a:srgbClr val="000000"/>
              </a:solidFill>
              <a:round/>
              <a:tailEnd len="lg" type="triangle" w="lg"/>
            </a:ln>
          </p:spPr>
        </p:cxnSp>
        <p:cxnSp>
          <p:nvCxnSpPr>
            <p:cNvPr id="201" name="Google Shape;160;p5"/>
            <p:cNvCxnSpPr/>
            <p:nvPr/>
          </p:nvCxnSpPr>
          <p:spPr>
            <a:xfrm flipH="1">
              <a:off x="7081560" y="5602680"/>
              <a:ext cx="771840" cy="1440"/>
            </a:xfrm>
            <a:prstGeom prst="straightConnector1">
              <a:avLst/>
            </a:prstGeom>
            <a:ln w="22225">
              <a:solidFill>
                <a:srgbClr val="000000"/>
              </a:solidFill>
              <a:round/>
              <a:tailEnd len="lg" type="triangle" w="lg"/>
            </a:ln>
          </p:spPr>
        </p:cxnSp>
        <p:cxnSp>
          <p:nvCxnSpPr>
            <p:cNvPr id="202" name="Google Shape;161;p5"/>
            <p:cNvCxnSpPr/>
            <p:nvPr/>
          </p:nvCxnSpPr>
          <p:spPr>
            <a:xfrm flipH="1">
              <a:off x="4769640" y="5149800"/>
              <a:ext cx="71640" cy="290160"/>
            </a:xfrm>
            <a:prstGeom prst="straightConnector1">
              <a:avLst/>
            </a:prstGeom>
            <a:ln w="22225">
              <a:solidFill>
                <a:srgbClr val="000000"/>
              </a:solidFill>
              <a:round/>
            </a:ln>
          </p:spPr>
        </p:cxnSp>
      </p:gr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0" y="0"/>
            <a:ext cx="9142560" cy="912960"/>
          </a:xfrm>
          <a:prstGeom prst="rect">
            <a:avLst/>
          </a:prstGeom>
          <a:noFill/>
          <a:ln w="0">
            <a:noFill/>
          </a:ln>
        </p:spPr>
        <p:txBody>
          <a:bodyPr lIns="91440" rIns="91440" tIns="45720" bIns="45720" anchor="ctr">
            <a:noAutofit/>
          </a:bodyPr>
          <a:p>
            <a:pPr indent="0" algn="ctr">
              <a:lnSpc>
                <a:spcPct val="100000"/>
              </a:lnSpc>
              <a:buNone/>
              <a:tabLst>
                <a:tab algn="l" pos="0"/>
              </a:tabLst>
            </a:pPr>
            <a:r>
              <a:rPr b="1" lang="en-US" sz="3400" strike="noStrike" u="none">
                <a:solidFill>
                  <a:srgbClr val="b80000"/>
                </a:solidFill>
                <a:effectLst/>
                <a:uFillTx/>
                <a:latin typeface="Calibri"/>
                <a:ea typeface="Calibri"/>
              </a:rPr>
              <a:t>2. Single Instruction, Multiple Data Stream - </a:t>
            </a:r>
            <a:r>
              <a:rPr b="1" i="1" lang="en-US" sz="3400" strike="noStrike" u="none">
                <a:solidFill>
                  <a:srgbClr val="b80000"/>
                </a:solidFill>
                <a:effectLst/>
                <a:uFillTx/>
                <a:latin typeface="Calibri"/>
                <a:ea typeface="Calibri"/>
              </a:rPr>
              <a:t>SIMD</a:t>
            </a:r>
            <a:endParaRPr b="0" lang="en-US" sz="3400" strike="noStrike" u="none">
              <a:solidFill>
                <a:srgbClr val="000000"/>
              </a:solidFill>
              <a:effectLst/>
              <a:uFillTx/>
              <a:latin typeface="Arial"/>
            </a:endParaRPr>
          </a:p>
        </p:txBody>
      </p:sp>
      <p:sp>
        <p:nvSpPr>
          <p:cNvPr id="204" name="Google Shape;168;p6"/>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pic>
        <p:nvPicPr>
          <p:cNvPr id="205" name="Google Shape;169;p6" descr=""/>
          <p:cNvPicPr/>
          <p:nvPr/>
        </p:nvPicPr>
        <p:blipFill>
          <a:blip r:embed="rId1"/>
          <a:stretch/>
        </p:blipFill>
        <p:spPr>
          <a:xfrm>
            <a:off x="380880" y="1143000"/>
            <a:ext cx="8304480" cy="4574520"/>
          </a:xfrm>
          <a:prstGeom prst="rect">
            <a:avLst/>
          </a:prstGeom>
          <a:noFill/>
          <a:ln w="0">
            <a:noFill/>
          </a:ln>
        </p:spPr>
      </p:pic>
      <p:sp>
        <p:nvSpPr>
          <p:cNvPr id="206" name="Google Shape;170;p6"/>
          <p:cNvSpPr/>
          <p:nvPr/>
        </p:nvSpPr>
        <p:spPr>
          <a:xfrm>
            <a:off x="97920" y="6400800"/>
            <a:ext cx="8882640" cy="257400"/>
          </a:xfrm>
          <a:prstGeom prst="rect">
            <a:avLst/>
          </a:prstGeom>
          <a:noFill/>
          <a:ln w="0">
            <a:noFill/>
          </a:ln>
        </p:spPr>
        <p:style>
          <a:lnRef idx="0"/>
          <a:fillRef idx="0"/>
          <a:effectRef idx="0"/>
          <a:fontRef idx="minor"/>
        </p:style>
        <p:txBody>
          <a:bodyPr lIns="90000" rIns="90000" tIns="45000" bIns="45000" anchor="t">
            <a:spAutoFit/>
          </a:bodyPr>
          <a:p>
            <a:pPr>
              <a:lnSpc>
                <a:spcPct val="100000"/>
              </a:lnSpc>
              <a:tabLst>
                <a:tab algn="l" pos="0"/>
              </a:tabLst>
            </a:pPr>
            <a:r>
              <a:rPr b="1" lang="en-US" sz="1100" strike="noStrike" u="none">
                <a:solidFill>
                  <a:srgbClr val="000000"/>
                </a:solidFill>
                <a:effectLst/>
                <a:uFillTx/>
                <a:latin typeface="Arial"/>
                <a:ea typeface="Arial"/>
              </a:rPr>
              <a:t>Slide Credit: Alex Klimovitski &amp; Dean Macri, Intel Corporation </a:t>
            </a:r>
            <a:endParaRPr b="0" lang="en-US" sz="1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0" y="0"/>
            <a:ext cx="9142560" cy="912960"/>
          </a:xfrm>
          <a:prstGeom prst="rect">
            <a:avLst/>
          </a:prstGeom>
          <a:noFill/>
          <a:ln w="0">
            <a:noFill/>
          </a:ln>
        </p:spPr>
        <p:txBody>
          <a:bodyPr lIns="91440" rIns="91440" tIns="45720" bIns="45720" anchor="ctr">
            <a:noAutofit/>
          </a:bodyPr>
          <a:p>
            <a:pPr indent="0" algn="ctr">
              <a:lnSpc>
                <a:spcPct val="100000"/>
              </a:lnSpc>
              <a:buNone/>
              <a:tabLst>
                <a:tab algn="l" pos="0"/>
              </a:tabLst>
            </a:pPr>
            <a:r>
              <a:rPr b="1" lang="en-US" sz="3200" strike="noStrike" u="none">
                <a:solidFill>
                  <a:srgbClr val="b80000"/>
                </a:solidFill>
                <a:effectLst/>
                <a:uFillTx/>
                <a:latin typeface="Calibri"/>
                <a:ea typeface="Calibri"/>
              </a:rPr>
              <a:t>3. Multiple Instruction, Single Data Stream - </a:t>
            </a:r>
            <a:r>
              <a:rPr b="1" i="1" lang="en-US" sz="3200" strike="noStrike" u="none">
                <a:solidFill>
                  <a:srgbClr val="b80000"/>
                </a:solidFill>
                <a:effectLst/>
                <a:uFillTx/>
                <a:latin typeface="Calibri"/>
                <a:ea typeface="Calibri"/>
              </a:rPr>
              <a:t>MISD</a:t>
            </a:r>
            <a:endParaRPr b="0" lang="en-US" sz="3200" strike="noStrike" u="none">
              <a:solidFill>
                <a:srgbClr val="000000"/>
              </a:solidFill>
              <a:effectLst/>
              <a:uFillTx/>
              <a:latin typeface="Arial"/>
            </a:endParaRPr>
          </a:p>
        </p:txBody>
      </p:sp>
      <p:sp>
        <p:nvSpPr>
          <p:cNvPr id="208" name="PlaceHolder 2"/>
          <p:cNvSpPr>
            <a:spLocks noGrp="1"/>
          </p:cNvSpPr>
          <p:nvPr>
            <p:ph/>
          </p:nvPr>
        </p:nvSpPr>
        <p:spPr>
          <a:xfrm>
            <a:off x="152280" y="937080"/>
            <a:ext cx="8761680" cy="5561280"/>
          </a:xfrm>
          <a:prstGeom prst="rect">
            <a:avLst/>
          </a:prstGeom>
          <a:noFill/>
          <a:ln w="0">
            <a:noFill/>
          </a:ln>
        </p:spPr>
        <p:txBody>
          <a:bodyPr lIns="91440" rIns="91440" tIns="45720" bIns="45720" anchor="t">
            <a:normAutofit/>
          </a:bodyPr>
          <a:p>
            <a:pPr marL="343080" indent="-343080">
              <a:lnSpc>
                <a:spcPct val="100000"/>
              </a:lnSpc>
              <a:buClr>
                <a:srgbClr val="2c14de"/>
              </a:buClr>
              <a:buFont typeface="Arial"/>
              <a:buChar char="•"/>
            </a:pPr>
            <a:r>
              <a:rPr b="1" lang="en-US" sz="3000" strike="noStrike" u="none">
                <a:solidFill>
                  <a:srgbClr val="2c14de"/>
                </a:solidFill>
                <a:effectLst/>
                <a:uFillTx/>
                <a:latin typeface="Calibri"/>
                <a:ea typeface="Calibri"/>
              </a:rPr>
              <a:t>Sequence</a:t>
            </a:r>
            <a:r>
              <a:rPr b="0" lang="en-US" sz="3000" strike="noStrike" u="none">
                <a:solidFill>
                  <a:schemeClr val="dk1"/>
                </a:solidFill>
                <a:effectLst/>
                <a:uFillTx/>
                <a:latin typeface="Calibri"/>
                <a:ea typeface="Calibri"/>
              </a:rPr>
              <a:t> of </a:t>
            </a:r>
            <a:r>
              <a:rPr b="1" lang="en-US" sz="3000" strike="noStrike" u="none">
                <a:solidFill>
                  <a:srgbClr val="2c14de"/>
                </a:solidFill>
                <a:effectLst/>
                <a:uFillTx/>
                <a:latin typeface="Calibri"/>
                <a:ea typeface="Calibri"/>
              </a:rPr>
              <a:t>data </a:t>
            </a:r>
            <a:endParaRPr b="0" lang="en-US" sz="3000" strike="noStrike" u="none">
              <a:solidFill>
                <a:srgbClr val="000000"/>
              </a:solidFill>
              <a:effectLst/>
              <a:uFillTx/>
              <a:latin typeface="Arial"/>
            </a:endParaRPr>
          </a:p>
          <a:p>
            <a:pPr marL="343080" indent="-343080">
              <a:lnSpc>
                <a:spcPct val="100000"/>
              </a:lnSpc>
              <a:spcBef>
                <a:spcPts val="1199"/>
              </a:spcBef>
              <a:buClr>
                <a:srgbClr val="000000"/>
              </a:buClr>
              <a:buFont typeface="Arial"/>
              <a:buChar char="•"/>
            </a:pPr>
            <a:r>
              <a:rPr b="0" lang="en-US" sz="3000" strike="noStrike" u="none">
                <a:solidFill>
                  <a:schemeClr val="dk1"/>
                </a:solidFill>
                <a:effectLst/>
                <a:uFillTx/>
                <a:latin typeface="Calibri"/>
                <a:ea typeface="Calibri"/>
              </a:rPr>
              <a:t>Transmitted to </a:t>
            </a:r>
            <a:r>
              <a:rPr b="1" lang="en-US" sz="3000" strike="noStrike" u="none">
                <a:solidFill>
                  <a:srgbClr val="2c14de"/>
                </a:solidFill>
                <a:effectLst/>
                <a:uFillTx/>
                <a:latin typeface="Calibri"/>
                <a:ea typeface="Calibri"/>
              </a:rPr>
              <a:t>set of processors</a:t>
            </a:r>
            <a:endParaRPr b="0" lang="en-US" sz="3000" strike="noStrike" u="none">
              <a:solidFill>
                <a:srgbClr val="000000"/>
              </a:solidFill>
              <a:effectLst/>
              <a:uFillTx/>
              <a:latin typeface="Arial"/>
            </a:endParaRPr>
          </a:p>
          <a:p>
            <a:pPr marL="343080" indent="-343080" algn="just">
              <a:lnSpc>
                <a:spcPct val="100000"/>
              </a:lnSpc>
              <a:spcBef>
                <a:spcPts val="1199"/>
              </a:spcBef>
              <a:buClr>
                <a:srgbClr val="2c14de"/>
              </a:buClr>
              <a:buFont typeface="Arial"/>
              <a:buChar char="•"/>
            </a:pPr>
            <a:r>
              <a:rPr b="1" lang="en-US" sz="3000" strike="noStrike" u="none">
                <a:solidFill>
                  <a:srgbClr val="2c14de"/>
                </a:solidFill>
                <a:effectLst/>
                <a:uFillTx/>
                <a:latin typeface="Calibri"/>
                <a:ea typeface="Calibri"/>
              </a:rPr>
              <a:t>Each</a:t>
            </a:r>
            <a:r>
              <a:rPr b="1" lang="en-US" sz="3000" strike="noStrike" u="none">
                <a:solidFill>
                  <a:schemeClr val="dk1"/>
                </a:solidFill>
                <a:effectLst/>
                <a:uFillTx/>
                <a:latin typeface="Calibri"/>
                <a:ea typeface="Calibri"/>
              </a:rPr>
              <a:t> </a:t>
            </a:r>
            <a:r>
              <a:rPr b="1" lang="en-US" sz="3000" strike="noStrike" u="none">
                <a:solidFill>
                  <a:srgbClr val="2c14de"/>
                </a:solidFill>
                <a:effectLst/>
                <a:uFillTx/>
                <a:latin typeface="Calibri"/>
                <a:ea typeface="Calibri"/>
              </a:rPr>
              <a:t>processor</a:t>
            </a:r>
            <a:r>
              <a:rPr b="1" lang="en-US" sz="3000" strike="noStrike" u="none">
                <a:solidFill>
                  <a:schemeClr val="dk1"/>
                </a:solidFill>
                <a:effectLst/>
                <a:uFillTx/>
                <a:latin typeface="Calibri"/>
                <a:ea typeface="Calibri"/>
              </a:rPr>
              <a:t> executes</a:t>
            </a:r>
            <a:r>
              <a:rPr b="0" lang="en-US" sz="3000" strike="noStrike" u="none">
                <a:solidFill>
                  <a:schemeClr val="dk1"/>
                </a:solidFill>
                <a:effectLst/>
                <a:uFillTx/>
                <a:latin typeface="Calibri"/>
                <a:ea typeface="Calibri"/>
              </a:rPr>
              <a:t> </a:t>
            </a:r>
            <a:r>
              <a:rPr b="1" lang="en-US" sz="3000" strike="noStrike" u="none">
                <a:solidFill>
                  <a:srgbClr val="2c14de"/>
                </a:solidFill>
                <a:effectLst/>
                <a:uFillTx/>
                <a:latin typeface="Calibri"/>
                <a:ea typeface="Calibri"/>
              </a:rPr>
              <a:t>different instruction </a:t>
            </a:r>
            <a:r>
              <a:rPr b="0" lang="en-US" sz="3000" strike="noStrike" u="none">
                <a:solidFill>
                  <a:schemeClr val="dk1"/>
                </a:solidFill>
                <a:effectLst/>
                <a:uFillTx/>
                <a:latin typeface="Calibri"/>
                <a:ea typeface="Calibri"/>
              </a:rPr>
              <a:t>sequence, using </a:t>
            </a:r>
            <a:r>
              <a:rPr b="1" lang="en-US" sz="3000" strike="noStrike" u="none">
                <a:solidFill>
                  <a:srgbClr val="2c14de"/>
                </a:solidFill>
                <a:effectLst/>
                <a:uFillTx/>
                <a:latin typeface="Calibri"/>
                <a:ea typeface="Calibri"/>
              </a:rPr>
              <a:t>same Data</a:t>
            </a:r>
            <a:endParaRPr b="0" lang="en-US" sz="3000" strike="noStrike" u="none">
              <a:solidFill>
                <a:srgbClr val="000000"/>
              </a:solidFill>
              <a:effectLst/>
              <a:uFillTx/>
              <a:latin typeface="Arial"/>
            </a:endParaRPr>
          </a:p>
          <a:p>
            <a:pPr marL="343080" indent="-343080">
              <a:lnSpc>
                <a:spcPct val="100000"/>
              </a:lnSpc>
              <a:spcBef>
                <a:spcPts val="1199"/>
              </a:spcBef>
              <a:buClr>
                <a:srgbClr val="000000"/>
              </a:buClr>
              <a:buFont typeface="Arial"/>
              <a:buChar char="•"/>
            </a:pPr>
            <a:r>
              <a:rPr b="0" lang="en-US" sz="3000" strike="noStrike" u="sng">
                <a:solidFill>
                  <a:schemeClr val="dk1"/>
                </a:solidFill>
                <a:effectLst/>
                <a:uFillTx/>
                <a:latin typeface="Calibri"/>
                <a:ea typeface="Calibri"/>
              </a:rPr>
              <a:t>Examples: </a:t>
            </a:r>
            <a:r>
              <a:rPr b="0" i="1" lang="en-US" sz="3000" strike="noStrike" u="none">
                <a:solidFill>
                  <a:schemeClr val="dk1"/>
                </a:solidFill>
                <a:effectLst/>
                <a:uFillTx/>
                <a:latin typeface="Calibri"/>
                <a:ea typeface="Calibri"/>
              </a:rPr>
              <a:t>Pipelined Vector Processors, etc.</a:t>
            </a:r>
            <a:endParaRPr b="0" lang="en-US" sz="3000" strike="noStrike" u="none">
              <a:solidFill>
                <a:srgbClr val="000000"/>
              </a:solidFill>
              <a:effectLst/>
              <a:uFillTx/>
              <a:latin typeface="Arial"/>
            </a:endParaRPr>
          </a:p>
        </p:txBody>
      </p:sp>
      <p:sp>
        <p:nvSpPr>
          <p:cNvPr id="209" name="Google Shape;178;p7"/>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pic>
        <p:nvPicPr>
          <p:cNvPr id="210" name="Google Shape;179;p7" descr="Computer Organization and Architecture | MISD - javatpoint"/>
          <p:cNvPicPr/>
          <p:nvPr/>
        </p:nvPicPr>
        <p:blipFill>
          <a:blip r:embed="rId1"/>
          <a:srcRect l="0" t="9242" r="0" b="0"/>
          <a:stretch/>
        </p:blipFill>
        <p:spPr>
          <a:xfrm>
            <a:off x="1714680" y="3886200"/>
            <a:ext cx="5637240" cy="280404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0" y="76320"/>
            <a:ext cx="9142560" cy="638280"/>
          </a:xfrm>
          <a:prstGeom prst="rect">
            <a:avLst/>
          </a:prstGeom>
          <a:noFill/>
          <a:ln w="0">
            <a:noFill/>
          </a:ln>
        </p:spPr>
        <p:txBody>
          <a:bodyPr lIns="91440" rIns="91440" tIns="45720" bIns="45720" anchor="ctr">
            <a:noAutofit/>
          </a:bodyPr>
          <a:p>
            <a:pPr indent="0" algn="ctr">
              <a:lnSpc>
                <a:spcPct val="100000"/>
              </a:lnSpc>
              <a:buNone/>
              <a:tabLst>
                <a:tab algn="l" pos="0"/>
              </a:tabLst>
            </a:pPr>
            <a:r>
              <a:rPr b="1" lang="en-US" sz="3200" strike="noStrike" u="none">
                <a:solidFill>
                  <a:srgbClr val="c00000"/>
                </a:solidFill>
                <a:effectLst/>
                <a:uFillTx/>
                <a:latin typeface="Calibri"/>
                <a:ea typeface="Calibri"/>
              </a:rPr>
              <a:t>4. Multiple Instruction, Multiple Data Stream- </a:t>
            </a:r>
            <a:r>
              <a:rPr b="1" i="1" lang="en-US" sz="3200" strike="noStrike" u="none">
                <a:solidFill>
                  <a:srgbClr val="c00000"/>
                </a:solidFill>
                <a:effectLst/>
                <a:uFillTx/>
                <a:latin typeface="Calibri"/>
                <a:ea typeface="Calibri"/>
              </a:rPr>
              <a:t>MIMD</a:t>
            </a:r>
            <a:endParaRPr b="0" lang="en-US" sz="3200" strike="noStrike" u="none">
              <a:solidFill>
                <a:srgbClr val="000000"/>
              </a:solidFill>
              <a:effectLst/>
              <a:uFillTx/>
              <a:latin typeface="Arial"/>
            </a:endParaRPr>
          </a:p>
        </p:txBody>
      </p:sp>
      <p:sp>
        <p:nvSpPr>
          <p:cNvPr id="212" name="PlaceHolder 2"/>
          <p:cNvSpPr>
            <a:spLocks noGrp="1"/>
          </p:cNvSpPr>
          <p:nvPr>
            <p:ph/>
          </p:nvPr>
        </p:nvSpPr>
        <p:spPr>
          <a:xfrm>
            <a:off x="76320" y="990720"/>
            <a:ext cx="9066240" cy="3122640"/>
          </a:xfrm>
          <a:prstGeom prst="rect">
            <a:avLst/>
          </a:prstGeom>
          <a:noFill/>
          <a:ln w="0">
            <a:noFill/>
          </a:ln>
        </p:spPr>
        <p:txBody>
          <a:bodyPr lIns="91440" rIns="91440" tIns="45720" bIns="45720" anchor="t">
            <a:normAutofit fontScale="85000" lnSpcReduction="9999"/>
          </a:bodyPr>
          <a:p>
            <a:pPr marL="343080" indent="-343080">
              <a:lnSpc>
                <a:spcPct val="100000"/>
              </a:lnSpc>
              <a:buClr>
                <a:srgbClr val="000000"/>
              </a:buClr>
              <a:buFont typeface="Arial"/>
              <a:buChar char="•"/>
            </a:pPr>
            <a:r>
              <a:rPr b="1" lang="en-US" sz="3200" strike="noStrike" u="none">
                <a:solidFill>
                  <a:schemeClr val="dk1"/>
                </a:solidFill>
                <a:effectLst/>
                <a:uFillTx/>
                <a:latin typeface="Calibri"/>
                <a:ea typeface="Calibri"/>
              </a:rPr>
              <a:t>Most common </a:t>
            </a:r>
            <a:r>
              <a:rPr b="1" lang="en-US" sz="3200" strike="noStrike" u="none">
                <a:solidFill>
                  <a:srgbClr val="2c14de"/>
                </a:solidFill>
                <a:effectLst/>
                <a:uFillTx/>
                <a:latin typeface="Calibri"/>
                <a:ea typeface="Calibri"/>
              </a:rPr>
              <a:t>parallel</a:t>
            </a:r>
            <a:r>
              <a:rPr b="0" lang="en-US" sz="3200" strike="noStrike" u="none">
                <a:solidFill>
                  <a:srgbClr val="2c14de"/>
                </a:solidFill>
                <a:effectLst/>
                <a:uFillTx/>
                <a:latin typeface="Calibri"/>
                <a:ea typeface="Calibri"/>
              </a:rPr>
              <a:t> </a:t>
            </a:r>
            <a:r>
              <a:rPr b="1" lang="en-US" sz="3200" strike="noStrike" u="none">
                <a:solidFill>
                  <a:srgbClr val="2c14de"/>
                </a:solidFill>
                <a:effectLst/>
                <a:uFillTx/>
                <a:latin typeface="Calibri"/>
                <a:ea typeface="Calibri"/>
              </a:rPr>
              <a:t>processor</a:t>
            </a:r>
            <a:r>
              <a:rPr b="0" lang="en-US" sz="3200" strike="noStrike" u="none">
                <a:solidFill>
                  <a:srgbClr val="2c14de"/>
                </a:solidFill>
                <a:effectLst/>
                <a:uFillTx/>
                <a:latin typeface="Calibri"/>
                <a:ea typeface="Calibri"/>
              </a:rPr>
              <a:t> </a:t>
            </a:r>
            <a:r>
              <a:rPr b="1" lang="en-US" sz="3200" strike="noStrike" u="none">
                <a:solidFill>
                  <a:srgbClr val="2c14de"/>
                </a:solidFill>
                <a:effectLst/>
                <a:uFillTx/>
                <a:latin typeface="Calibri"/>
                <a:ea typeface="Calibri"/>
              </a:rPr>
              <a:t>architecture</a:t>
            </a:r>
            <a:endParaRPr b="0" lang="en-US" sz="3200" strike="noStrike" u="none">
              <a:solidFill>
                <a:srgbClr val="000000"/>
              </a:solidFill>
              <a:effectLst/>
              <a:uFillTx/>
              <a:latin typeface="Arial"/>
            </a:endParaRPr>
          </a:p>
          <a:p>
            <a:pPr marL="343080" indent="-343080">
              <a:lnSpc>
                <a:spcPct val="100000"/>
              </a:lnSpc>
              <a:spcBef>
                <a:spcPts val="641"/>
              </a:spcBef>
              <a:buClr>
                <a:srgbClr val="2c14de"/>
              </a:buClr>
              <a:buFont typeface="Arial"/>
              <a:buChar char="•"/>
            </a:pPr>
            <a:r>
              <a:rPr b="1" lang="en-US" sz="3200" strike="noStrike" u="none">
                <a:solidFill>
                  <a:srgbClr val="2c14de"/>
                </a:solidFill>
                <a:effectLst/>
                <a:uFillTx/>
                <a:latin typeface="Calibri"/>
                <a:ea typeface="Calibri"/>
              </a:rPr>
              <a:t>Simultaneously</a:t>
            </a:r>
            <a:r>
              <a:rPr b="0" lang="en-US" sz="3200" strike="noStrike" u="none">
                <a:solidFill>
                  <a:srgbClr val="2c14de"/>
                </a:solidFill>
                <a:effectLst/>
                <a:uFillTx/>
                <a:latin typeface="Calibri"/>
                <a:ea typeface="Calibri"/>
              </a:rPr>
              <a:t> </a:t>
            </a:r>
            <a:r>
              <a:rPr b="1" lang="en-US" sz="3200" strike="noStrike" u="none">
                <a:solidFill>
                  <a:schemeClr val="dk1"/>
                </a:solidFill>
                <a:effectLst/>
                <a:uFillTx/>
                <a:latin typeface="Calibri"/>
                <a:ea typeface="Calibri"/>
              </a:rPr>
              <a:t>execute</a:t>
            </a:r>
            <a:r>
              <a:rPr b="0" lang="en-US" sz="3200" strike="noStrike" u="none">
                <a:solidFill>
                  <a:schemeClr val="dk1"/>
                </a:solidFill>
                <a:effectLst/>
                <a:uFillTx/>
                <a:latin typeface="Calibri"/>
                <a:ea typeface="Calibri"/>
              </a:rPr>
              <a:t> </a:t>
            </a:r>
            <a:r>
              <a:rPr b="1" lang="en-US" sz="3200" strike="noStrike" u="none">
                <a:solidFill>
                  <a:srgbClr val="2c14de"/>
                </a:solidFill>
                <a:effectLst/>
                <a:uFillTx/>
                <a:latin typeface="Calibri"/>
                <a:ea typeface="Calibri"/>
              </a:rPr>
              <a:t>different</a:t>
            </a:r>
            <a:r>
              <a:rPr b="0" lang="en-US" sz="3200" strike="noStrike" u="none">
                <a:solidFill>
                  <a:srgbClr val="2c14de"/>
                </a:solidFill>
                <a:effectLst/>
                <a:uFillTx/>
                <a:latin typeface="Calibri"/>
                <a:ea typeface="Calibri"/>
              </a:rPr>
              <a:t> </a:t>
            </a:r>
            <a:r>
              <a:rPr b="1" lang="en-US" sz="3200" strike="noStrike" u="none">
                <a:solidFill>
                  <a:srgbClr val="2c14de"/>
                </a:solidFill>
                <a:effectLst/>
                <a:uFillTx/>
                <a:latin typeface="Calibri"/>
                <a:ea typeface="Calibri"/>
              </a:rPr>
              <a:t>instructions</a:t>
            </a:r>
            <a:endParaRPr b="0" lang="en-US" sz="3200" strike="noStrike" u="none">
              <a:solidFill>
                <a:srgbClr val="000000"/>
              </a:solidFill>
              <a:effectLst/>
              <a:uFillTx/>
              <a:latin typeface="Arial"/>
            </a:endParaRPr>
          </a:p>
          <a:p>
            <a:pPr marL="343080" indent="-343080">
              <a:lnSpc>
                <a:spcPct val="100000"/>
              </a:lnSpc>
              <a:spcBef>
                <a:spcPts val="641"/>
              </a:spcBef>
              <a:buClr>
                <a:srgbClr val="000000"/>
              </a:buClr>
              <a:buFont typeface="Arial"/>
              <a:buChar char="•"/>
            </a:pPr>
            <a:r>
              <a:rPr b="0" lang="en-US" sz="3200" strike="noStrike" u="none">
                <a:solidFill>
                  <a:schemeClr val="dk1"/>
                </a:solidFill>
                <a:effectLst/>
                <a:uFillTx/>
                <a:latin typeface="Calibri"/>
                <a:ea typeface="Calibri"/>
              </a:rPr>
              <a:t>Using</a:t>
            </a:r>
            <a:r>
              <a:rPr b="0" lang="en-US" sz="3200" strike="noStrike" u="none">
                <a:solidFill>
                  <a:srgbClr val="2c14de"/>
                </a:solidFill>
                <a:effectLst/>
                <a:uFillTx/>
                <a:latin typeface="Calibri"/>
                <a:ea typeface="Calibri"/>
              </a:rPr>
              <a:t> </a:t>
            </a:r>
            <a:r>
              <a:rPr b="1" lang="en-US" sz="3200" strike="noStrike" u="none">
                <a:solidFill>
                  <a:srgbClr val="2c14de"/>
                </a:solidFill>
                <a:effectLst/>
                <a:uFillTx/>
                <a:latin typeface="Calibri"/>
                <a:ea typeface="Calibri"/>
              </a:rPr>
              <a:t>different</a:t>
            </a:r>
            <a:r>
              <a:rPr b="0" lang="en-US" sz="3200" strike="noStrike" u="none">
                <a:solidFill>
                  <a:schemeClr val="dk1"/>
                </a:solidFill>
                <a:effectLst/>
                <a:uFillTx/>
                <a:latin typeface="Calibri"/>
                <a:ea typeface="Calibri"/>
              </a:rPr>
              <a:t> sets of </a:t>
            </a:r>
            <a:r>
              <a:rPr b="1" lang="en-US" sz="3200" strike="noStrike" u="none">
                <a:solidFill>
                  <a:srgbClr val="2c14de"/>
                </a:solidFill>
                <a:effectLst/>
                <a:uFillTx/>
                <a:latin typeface="Calibri"/>
                <a:ea typeface="Calibri"/>
              </a:rPr>
              <a:t>data</a:t>
            </a:r>
            <a:endParaRPr b="0" lang="en-US" sz="3200" strike="noStrike" u="none">
              <a:solidFill>
                <a:srgbClr val="000000"/>
              </a:solidFill>
              <a:effectLst/>
              <a:uFillTx/>
              <a:latin typeface="Arial"/>
            </a:endParaRPr>
          </a:p>
          <a:p>
            <a:pPr marL="343080" indent="-343080">
              <a:lnSpc>
                <a:spcPct val="100000"/>
              </a:lnSpc>
              <a:spcBef>
                <a:spcPts val="641"/>
              </a:spcBef>
              <a:buClr>
                <a:srgbClr val="000000"/>
              </a:buClr>
              <a:buFont typeface="Arial"/>
              <a:buChar char="•"/>
            </a:pPr>
            <a:r>
              <a:rPr b="0" lang="en-US" sz="3200" strike="noStrike" u="sng">
                <a:solidFill>
                  <a:schemeClr val="dk1"/>
                </a:solidFill>
                <a:effectLst/>
                <a:uFillTx/>
                <a:latin typeface="Calibri"/>
                <a:ea typeface="Calibri"/>
              </a:rPr>
              <a:t>Examples</a:t>
            </a:r>
            <a:r>
              <a:rPr b="0" lang="en-US" sz="3200" strike="noStrike" u="none">
                <a:solidFill>
                  <a:schemeClr val="dk1"/>
                </a:solidFill>
                <a:effectLst/>
                <a:uFillTx/>
                <a:latin typeface="Calibri"/>
                <a:ea typeface="Calibri"/>
              </a:rPr>
              <a:t>: </a:t>
            </a:r>
            <a:r>
              <a:rPr b="1" i="1" lang="en-US" sz="3200" strike="noStrike" u="none">
                <a:solidFill>
                  <a:srgbClr val="2c14de"/>
                </a:solidFill>
                <a:effectLst/>
                <a:uFillTx/>
                <a:latin typeface="Calibri"/>
                <a:ea typeface="Calibri"/>
              </a:rPr>
              <a:t>Multi-cores</a:t>
            </a:r>
            <a:r>
              <a:rPr b="0" lang="en-US" sz="3200" strike="noStrike" u="none">
                <a:solidFill>
                  <a:schemeClr val="dk1"/>
                </a:solidFill>
                <a:effectLst/>
                <a:uFillTx/>
                <a:latin typeface="Calibri"/>
                <a:ea typeface="Calibri"/>
              </a:rPr>
              <a:t>, </a:t>
            </a:r>
            <a:r>
              <a:rPr b="1" i="1" lang="en-US" sz="3200" strike="noStrike" u="none">
                <a:solidFill>
                  <a:srgbClr val="2c14de"/>
                </a:solidFill>
                <a:effectLst/>
                <a:uFillTx/>
                <a:latin typeface="Calibri"/>
                <a:ea typeface="Calibri"/>
              </a:rPr>
              <a:t>SMPs</a:t>
            </a:r>
            <a:r>
              <a:rPr b="0" lang="en-US" sz="3200" strike="noStrike" u="none">
                <a:solidFill>
                  <a:schemeClr val="dk1"/>
                </a:solidFill>
                <a:effectLst/>
                <a:uFillTx/>
                <a:latin typeface="Calibri"/>
                <a:ea typeface="Calibri"/>
              </a:rPr>
              <a:t>, </a:t>
            </a:r>
            <a:r>
              <a:rPr b="1" i="1" lang="en-US" sz="3200" strike="noStrike" u="none">
                <a:solidFill>
                  <a:srgbClr val="2c14de"/>
                </a:solidFill>
                <a:effectLst/>
                <a:uFillTx/>
                <a:latin typeface="Calibri"/>
                <a:ea typeface="Calibri"/>
              </a:rPr>
              <a:t>Clusters, Grid, Cloud</a:t>
            </a:r>
            <a:endParaRPr b="0" lang="en-US" sz="3200" strike="noStrike" u="none">
              <a:solidFill>
                <a:srgbClr val="000000"/>
              </a:solidFill>
              <a:effectLst/>
              <a:uFillTx/>
              <a:latin typeface="Arial"/>
            </a:endParaRPr>
          </a:p>
        </p:txBody>
      </p:sp>
      <p:sp>
        <p:nvSpPr>
          <p:cNvPr id="213" name="Google Shape;187;p8"/>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pic>
        <p:nvPicPr>
          <p:cNvPr id="214" name="Google Shape;188;p8" descr="Computer Organization and Architecture | MIMD - javatpoint"/>
          <p:cNvPicPr/>
          <p:nvPr/>
        </p:nvPicPr>
        <p:blipFill>
          <a:blip r:embed="rId1"/>
          <a:srcRect l="9125" t="14981" r="0" b="0"/>
          <a:stretch/>
        </p:blipFill>
        <p:spPr>
          <a:xfrm>
            <a:off x="1981080" y="3657600"/>
            <a:ext cx="5346720" cy="280080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title"/>
          </p:nvPr>
        </p:nvSpPr>
        <p:spPr>
          <a:xfrm>
            <a:off x="0" y="46080"/>
            <a:ext cx="9142560" cy="912600"/>
          </a:xfrm>
          <a:prstGeom prst="rect">
            <a:avLst/>
          </a:prstGeom>
          <a:noFill/>
          <a:ln w="0">
            <a:noFill/>
          </a:ln>
        </p:spPr>
        <p:txBody>
          <a:bodyPr lIns="91440" rIns="91440" tIns="45720" bIns="45720" anchor="ctr">
            <a:normAutofit/>
          </a:bodyPr>
          <a:p>
            <a:pPr indent="0" algn="ctr">
              <a:lnSpc>
                <a:spcPct val="100000"/>
              </a:lnSpc>
              <a:buNone/>
              <a:tabLst>
                <a:tab algn="l" pos="0"/>
              </a:tabLst>
            </a:pPr>
            <a:r>
              <a:rPr b="1" lang="en-US" sz="4400" strike="noStrike" u="none">
                <a:solidFill>
                  <a:srgbClr val="b80000"/>
                </a:solidFill>
                <a:effectLst/>
                <a:uFillTx/>
                <a:latin typeface="Calibri"/>
                <a:ea typeface="Calibri"/>
              </a:rPr>
              <a:t>M</a:t>
            </a:r>
            <a:r>
              <a:rPr b="1" lang="en-US" sz="4400" strike="noStrike" u="none">
                <a:solidFill>
                  <a:srgbClr val="b80000"/>
                </a:solidFill>
                <a:effectLst/>
                <a:uFillTx/>
                <a:latin typeface="Calibri"/>
                <a:ea typeface="Calibri"/>
              </a:rPr>
              <a:t>I</a:t>
            </a:r>
            <a:r>
              <a:rPr b="1" lang="en-US" sz="4400" strike="noStrike" u="none">
                <a:solidFill>
                  <a:srgbClr val="b80000"/>
                </a:solidFill>
                <a:effectLst/>
                <a:uFillTx/>
                <a:latin typeface="Calibri"/>
                <a:ea typeface="Calibri"/>
              </a:rPr>
              <a:t>M</a:t>
            </a:r>
            <a:r>
              <a:rPr b="1" lang="en-US" sz="4400" strike="noStrike" u="none">
                <a:solidFill>
                  <a:srgbClr val="b80000"/>
                </a:solidFill>
                <a:effectLst/>
                <a:uFillTx/>
                <a:latin typeface="Calibri"/>
                <a:ea typeface="Calibri"/>
              </a:rPr>
              <a:t>D </a:t>
            </a:r>
            <a:r>
              <a:rPr b="1" lang="en-US" sz="4400" strike="noStrike" u="none">
                <a:solidFill>
                  <a:srgbClr val="b80000"/>
                </a:solidFill>
                <a:effectLst/>
                <a:uFillTx/>
                <a:latin typeface="Calibri"/>
                <a:ea typeface="Calibri"/>
              </a:rPr>
              <a:t>- </a:t>
            </a:r>
            <a:r>
              <a:rPr b="1" lang="en-US" sz="4400" strike="noStrike" u="none">
                <a:solidFill>
                  <a:srgbClr val="b80000"/>
                </a:solidFill>
                <a:effectLst/>
                <a:uFillTx/>
                <a:latin typeface="Calibri"/>
                <a:ea typeface="Calibri"/>
              </a:rPr>
              <a:t>O</a:t>
            </a:r>
            <a:r>
              <a:rPr b="1" lang="en-US" sz="4400" strike="noStrike" u="none">
                <a:solidFill>
                  <a:srgbClr val="b80000"/>
                </a:solidFill>
                <a:effectLst/>
                <a:uFillTx/>
                <a:latin typeface="Calibri"/>
                <a:ea typeface="Calibri"/>
              </a:rPr>
              <a:t>ve</a:t>
            </a:r>
            <a:r>
              <a:rPr b="1" lang="en-US" sz="4400" strike="noStrike" u="none">
                <a:solidFill>
                  <a:srgbClr val="b80000"/>
                </a:solidFill>
                <a:effectLst/>
                <a:uFillTx/>
                <a:latin typeface="Calibri"/>
                <a:ea typeface="Calibri"/>
              </a:rPr>
              <a:t>rv</a:t>
            </a:r>
            <a:r>
              <a:rPr b="1" lang="en-US" sz="4400" strike="noStrike" u="none">
                <a:solidFill>
                  <a:srgbClr val="b80000"/>
                </a:solidFill>
                <a:effectLst/>
                <a:uFillTx/>
                <a:latin typeface="Calibri"/>
                <a:ea typeface="Calibri"/>
              </a:rPr>
              <a:t>ie</a:t>
            </a:r>
            <a:r>
              <a:rPr b="1" lang="en-US" sz="4400" strike="noStrike" u="none">
                <a:solidFill>
                  <a:srgbClr val="b80000"/>
                </a:solidFill>
                <a:effectLst/>
                <a:uFillTx/>
                <a:latin typeface="Calibri"/>
                <a:ea typeface="Calibri"/>
              </a:rPr>
              <a:t>w</a:t>
            </a:r>
            <a:endParaRPr b="0" lang="en-US" sz="4400" strike="noStrike" u="none">
              <a:solidFill>
                <a:srgbClr val="000000"/>
              </a:solidFill>
              <a:effectLst/>
              <a:uFillTx/>
              <a:latin typeface="Arial"/>
            </a:endParaRPr>
          </a:p>
        </p:txBody>
      </p:sp>
      <p:sp>
        <p:nvSpPr>
          <p:cNvPr id="216" name="PlaceHolder 2"/>
          <p:cNvSpPr>
            <a:spLocks noGrp="1"/>
          </p:cNvSpPr>
          <p:nvPr>
            <p:ph/>
          </p:nvPr>
        </p:nvSpPr>
        <p:spPr>
          <a:xfrm>
            <a:off x="76320" y="990720"/>
            <a:ext cx="9066240" cy="5865840"/>
          </a:xfrm>
          <a:prstGeom prst="rect">
            <a:avLst/>
          </a:prstGeom>
          <a:noFill/>
          <a:ln w="0">
            <a:noFill/>
          </a:ln>
        </p:spPr>
        <p:txBody>
          <a:bodyPr lIns="91440" rIns="91440" tIns="45720" bIns="45720" anchor="t">
            <a:normAutofit/>
          </a:bodyPr>
          <a:p>
            <a:pPr marL="343080" indent="-343080">
              <a:lnSpc>
                <a:spcPct val="100000"/>
              </a:lnSpc>
              <a:buClr>
                <a:srgbClr val="2c14de"/>
              </a:buClr>
              <a:buFont typeface="Arial"/>
              <a:buChar char="•"/>
            </a:pPr>
            <a:r>
              <a:rPr b="1" lang="en-US" sz="3400" strike="noStrike" u="none">
                <a:solidFill>
                  <a:srgbClr val="2c14de"/>
                </a:solidFill>
                <a:effectLst/>
                <a:uFillTx/>
                <a:latin typeface="Calibri"/>
                <a:ea typeface="Calibri"/>
              </a:rPr>
              <a:t>General purpose</a:t>
            </a:r>
            <a:r>
              <a:rPr b="0" lang="en-US" sz="3400" strike="noStrike" u="none">
                <a:solidFill>
                  <a:schemeClr val="dk1"/>
                </a:solidFill>
                <a:effectLst/>
                <a:uFillTx/>
                <a:latin typeface="Calibri"/>
                <a:ea typeface="Calibri"/>
              </a:rPr>
              <a:t> </a:t>
            </a:r>
            <a:r>
              <a:rPr b="1" lang="en-US" sz="3400" strike="noStrike" u="none">
                <a:solidFill>
                  <a:schemeClr val="dk1"/>
                </a:solidFill>
                <a:effectLst/>
                <a:uFillTx/>
                <a:latin typeface="Calibri"/>
                <a:ea typeface="Calibri"/>
              </a:rPr>
              <a:t>processors</a:t>
            </a:r>
            <a:endParaRPr b="0" lang="en-US" sz="3400" strike="noStrike" u="none">
              <a:solidFill>
                <a:srgbClr val="000000"/>
              </a:solidFill>
              <a:effectLst/>
              <a:uFillTx/>
              <a:latin typeface="Arial"/>
            </a:endParaRPr>
          </a:p>
          <a:p>
            <a:pPr marL="343080" indent="-343080">
              <a:lnSpc>
                <a:spcPct val="100000"/>
              </a:lnSpc>
              <a:spcBef>
                <a:spcPts val="1800"/>
              </a:spcBef>
              <a:buClr>
                <a:srgbClr val="2c14de"/>
              </a:buClr>
              <a:buFont typeface="Arial"/>
              <a:buChar char="•"/>
            </a:pPr>
            <a:r>
              <a:rPr b="1" lang="en-US" sz="3400" strike="noStrike" u="none">
                <a:solidFill>
                  <a:srgbClr val="2c14de"/>
                </a:solidFill>
                <a:effectLst/>
                <a:uFillTx/>
                <a:latin typeface="Calibri"/>
                <a:ea typeface="Calibri"/>
              </a:rPr>
              <a:t>Each</a:t>
            </a:r>
            <a:r>
              <a:rPr b="0" lang="en-US" sz="3400" strike="noStrike" u="none">
                <a:solidFill>
                  <a:schemeClr val="dk1"/>
                </a:solidFill>
                <a:effectLst/>
                <a:uFillTx/>
                <a:latin typeface="Calibri"/>
                <a:ea typeface="Calibri"/>
              </a:rPr>
              <a:t> can </a:t>
            </a:r>
            <a:r>
              <a:rPr b="1" lang="en-US" sz="3400" strike="noStrike" u="none">
                <a:solidFill>
                  <a:srgbClr val="2c14de"/>
                </a:solidFill>
                <a:effectLst/>
                <a:uFillTx/>
                <a:latin typeface="Calibri"/>
                <a:ea typeface="Calibri"/>
              </a:rPr>
              <a:t>process</a:t>
            </a:r>
            <a:r>
              <a:rPr b="0" lang="en-US" sz="3400" strike="noStrike" u="none">
                <a:solidFill>
                  <a:schemeClr val="dk1"/>
                </a:solidFill>
                <a:effectLst/>
                <a:uFillTx/>
                <a:latin typeface="Calibri"/>
                <a:ea typeface="Calibri"/>
              </a:rPr>
              <a:t> all </a:t>
            </a:r>
            <a:r>
              <a:rPr b="1" lang="en-US" sz="3400" strike="noStrike" u="none">
                <a:solidFill>
                  <a:srgbClr val="2c14de"/>
                </a:solidFill>
                <a:effectLst/>
                <a:uFillTx/>
                <a:latin typeface="Calibri"/>
                <a:ea typeface="Calibri"/>
              </a:rPr>
              <a:t>instructions</a:t>
            </a:r>
            <a:r>
              <a:rPr b="0" lang="en-US" sz="3400" strike="noStrike" u="none">
                <a:solidFill>
                  <a:schemeClr val="dk1"/>
                </a:solidFill>
                <a:effectLst/>
                <a:uFillTx/>
                <a:latin typeface="Calibri"/>
                <a:ea typeface="Calibri"/>
              </a:rPr>
              <a:t> necessary</a:t>
            </a:r>
            <a:endParaRPr b="0" lang="en-US" sz="3400" strike="noStrike" u="none">
              <a:solidFill>
                <a:srgbClr val="000000"/>
              </a:solidFill>
              <a:effectLst/>
              <a:uFillTx/>
              <a:latin typeface="Arial"/>
            </a:endParaRPr>
          </a:p>
          <a:p>
            <a:pPr marL="343080" indent="-343080">
              <a:lnSpc>
                <a:spcPct val="100000"/>
              </a:lnSpc>
              <a:spcBef>
                <a:spcPts val="1800"/>
              </a:spcBef>
              <a:buClr>
                <a:srgbClr val="000000"/>
              </a:buClr>
              <a:buFont typeface="Arial"/>
              <a:buChar char="•"/>
            </a:pPr>
            <a:r>
              <a:rPr b="0" lang="en-US" sz="3400" strike="noStrike" u="none">
                <a:solidFill>
                  <a:schemeClr val="dk1"/>
                </a:solidFill>
                <a:effectLst/>
                <a:uFillTx/>
                <a:latin typeface="Calibri"/>
                <a:ea typeface="Calibri"/>
              </a:rPr>
              <a:t>Further </a:t>
            </a:r>
            <a:r>
              <a:rPr b="1" i="1" lang="en-US" sz="3400" strike="noStrike" u="none">
                <a:solidFill>
                  <a:srgbClr val="2c14de"/>
                </a:solidFill>
                <a:effectLst/>
                <a:uFillTx/>
                <a:latin typeface="Calibri"/>
                <a:ea typeface="Calibri"/>
              </a:rPr>
              <a:t>classified by method of processor communication</a:t>
            </a:r>
            <a:r>
              <a:rPr b="0" i="1" lang="en-US" sz="3400" strike="noStrike" u="none">
                <a:solidFill>
                  <a:srgbClr val="2c14de"/>
                </a:solidFill>
                <a:effectLst/>
                <a:uFillTx/>
                <a:latin typeface="Calibri"/>
                <a:ea typeface="Calibri"/>
              </a:rPr>
              <a:t>:</a:t>
            </a:r>
            <a:endParaRPr b="0" lang="en-US" sz="3400" strike="noStrike" u="none">
              <a:solidFill>
                <a:srgbClr val="000000"/>
              </a:solidFill>
              <a:effectLst/>
              <a:uFillTx/>
              <a:latin typeface="Arial"/>
            </a:endParaRPr>
          </a:p>
          <a:p>
            <a:pPr lvl="1" marL="1162080" indent="-539640">
              <a:lnSpc>
                <a:spcPct val="100000"/>
              </a:lnSpc>
              <a:spcBef>
                <a:spcPts val="1800"/>
              </a:spcBef>
              <a:buClr>
                <a:srgbClr val="000000"/>
              </a:buClr>
              <a:buFont typeface="Calibri"/>
              <a:buAutoNum type="arabicPeriod"/>
            </a:pPr>
            <a:r>
              <a:rPr b="1" lang="en-US" sz="3000" strike="noStrike" u="none">
                <a:solidFill>
                  <a:schemeClr val="dk1"/>
                </a:solidFill>
                <a:effectLst/>
                <a:uFillTx/>
                <a:latin typeface="Calibri"/>
                <a:ea typeface="Calibri"/>
              </a:rPr>
              <a:t>Shared Memory</a:t>
            </a:r>
            <a:endParaRPr b="0" lang="en-US" sz="3000" strike="noStrike" u="none">
              <a:solidFill>
                <a:srgbClr val="000000"/>
              </a:solidFill>
              <a:effectLst/>
              <a:uFillTx/>
              <a:latin typeface="Arial"/>
            </a:endParaRPr>
          </a:p>
          <a:p>
            <a:pPr lvl="1" marL="1162080" indent="-539640">
              <a:lnSpc>
                <a:spcPct val="100000"/>
              </a:lnSpc>
              <a:spcBef>
                <a:spcPts val="1800"/>
              </a:spcBef>
              <a:buClr>
                <a:srgbClr val="000000"/>
              </a:buClr>
              <a:buFont typeface="Calibri"/>
              <a:buAutoNum type="arabicPeriod"/>
            </a:pPr>
            <a:r>
              <a:rPr b="1" lang="en-US" sz="3000" strike="noStrike" u="none">
                <a:solidFill>
                  <a:schemeClr val="dk1"/>
                </a:solidFill>
                <a:effectLst/>
                <a:uFillTx/>
                <a:latin typeface="Calibri"/>
                <a:ea typeface="Calibri"/>
              </a:rPr>
              <a:t>Distributed Memory </a:t>
            </a:r>
            <a:r>
              <a:rPr b="1" lang="en-US" sz="2400" strike="noStrike" u="none">
                <a:solidFill>
                  <a:schemeClr val="dk1"/>
                </a:solidFill>
                <a:effectLst/>
                <a:uFillTx/>
                <a:latin typeface="Calibri"/>
                <a:ea typeface="Calibri"/>
              </a:rPr>
              <a:t>(Will be discussed later)</a:t>
            </a:r>
            <a:endParaRPr b="0" lang="en-US" sz="2400" strike="noStrike" u="none">
              <a:solidFill>
                <a:srgbClr val="000000"/>
              </a:solidFill>
              <a:effectLst/>
              <a:uFillTx/>
              <a:latin typeface="Arial"/>
            </a:endParaRPr>
          </a:p>
        </p:txBody>
      </p:sp>
      <p:sp>
        <p:nvSpPr>
          <p:cNvPr id="217" name="Google Shape;196;p9"/>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0" y="0"/>
            <a:ext cx="9142560" cy="836640"/>
          </a:xfrm>
          <a:prstGeom prst="rect">
            <a:avLst/>
          </a:prstGeom>
          <a:noFill/>
          <a:ln w="0">
            <a:noFill/>
          </a:ln>
        </p:spPr>
        <p:txBody>
          <a:bodyPr lIns="91440" rIns="91440" tIns="45720" bIns="45720" anchor="ctr">
            <a:normAutofit fontScale="85000" lnSpcReduction="9999"/>
          </a:bodyPr>
          <a:p>
            <a:pPr indent="0" algn="ctr">
              <a:lnSpc>
                <a:spcPct val="100000"/>
              </a:lnSpc>
              <a:buNone/>
              <a:tabLst>
                <a:tab algn="l" pos="0"/>
              </a:tabLst>
            </a:pPr>
            <a:r>
              <a:rPr b="1" lang="en-US" sz="4400" strike="noStrike" u="none">
                <a:solidFill>
                  <a:srgbClr val="b80000"/>
                </a:solidFill>
                <a:effectLst/>
                <a:uFillTx/>
                <a:latin typeface="Calibri"/>
                <a:ea typeface="Calibri"/>
              </a:rPr>
              <a:t>Ta</a:t>
            </a:r>
            <a:r>
              <a:rPr b="1" lang="en-US" sz="4400" strike="noStrike" u="none">
                <a:solidFill>
                  <a:srgbClr val="b80000"/>
                </a:solidFill>
                <a:effectLst/>
                <a:uFillTx/>
                <a:latin typeface="Calibri"/>
                <a:ea typeface="Calibri"/>
              </a:rPr>
              <a:t>xo</a:t>
            </a:r>
            <a:r>
              <a:rPr b="1" lang="en-US" sz="4400" strike="noStrike" u="none">
                <a:solidFill>
                  <a:srgbClr val="b80000"/>
                </a:solidFill>
                <a:effectLst/>
                <a:uFillTx/>
                <a:latin typeface="Calibri"/>
                <a:ea typeface="Calibri"/>
              </a:rPr>
              <a:t>no</a:t>
            </a:r>
            <a:r>
              <a:rPr b="1" lang="en-US" sz="4400" strike="noStrike" u="none">
                <a:solidFill>
                  <a:srgbClr val="b80000"/>
                </a:solidFill>
                <a:effectLst/>
                <a:uFillTx/>
                <a:latin typeface="Calibri"/>
                <a:ea typeface="Calibri"/>
              </a:rPr>
              <a:t>m</a:t>
            </a:r>
            <a:r>
              <a:rPr b="1" lang="en-US" sz="4400" strike="noStrike" u="none">
                <a:solidFill>
                  <a:srgbClr val="b80000"/>
                </a:solidFill>
                <a:effectLst/>
                <a:uFillTx/>
                <a:latin typeface="Calibri"/>
                <a:ea typeface="Calibri"/>
              </a:rPr>
              <a:t>y </a:t>
            </a:r>
            <a:r>
              <a:rPr b="1" lang="en-US" sz="4400" strike="noStrike" u="none">
                <a:solidFill>
                  <a:srgbClr val="b80000"/>
                </a:solidFill>
                <a:effectLst/>
                <a:uFillTx/>
                <a:latin typeface="Calibri"/>
                <a:ea typeface="Calibri"/>
              </a:rPr>
              <a:t>of </a:t>
            </a:r>
            <a:r>
              <a:rPr b="1" lang="en-US" sz="4400" strike="noStrike" u="none">
                <a:solidFill>
                  <a:srgbClr val="b80000"/>
                </a:solidFill>
                <a:effectLst/>
                <a:uFillTx/>
                <a:latin typeface="Calibri"/>
                <a:ea typeface="Calibri"/>
              </a:rPr>
              <a:t>Pr</a:t>
            </a:r>
            <a:r>
              <a:rPr b="1" lang="en-US" sz="4400" strike="noStrike" u="none">
                <a:solidFill>
                  <a:srgbClr val="b80000"/>
                </a:solidFill>
                <a:effectLst/>
                <a:uFillTx/>
                <a:latin typeface="Calibri"/>
                <a:ea typeface="Calibri"/>
              </a:rPr>
              <a:t>oc</a:t>
            </a:r>
            <a:r>
              <a:rPr b="1" lang="en-US" sz="4400" strike="noStrike" u="none">
                <a:solidFill>
                  <a:srgbClr val="b80000"/>
                </a:solidFill>
                <a:effectLst/>
                <a:uFillTx/>
                <a:latin typeface="Calibri"/>
                <a:ea typeface="Calibri"/>
              </a:rPr>
              <a:t>es</a:t>
            </a:r>
            <a:r>
              <a:rPr b="1" lang="en-US" sz="4400" strike="noStrike" u="none">
                <a:solidFill>
                  <a:srgbClr val="b80000"/>
                </a:solidFill>
                <a:effectLst/>
                <a:uFillTx/>
                <a:latin typeface="Calibri"/>
                <a:ea typeface="Calibri"/>
              </a:rPr>
              <a:t>so</a:t>
            </a:r>
            <a:r>
              <a:rPr b="1" lang="en-US" sz="4400" strike="noStrike" u="none">
                <a:solidFill>
                  <a:srgbClr val="b80000"/>
                </a:solidFill>
                <a:effectLst/>
                <a:uFillTx/>
                <a:latin typeface="Calibri"/>
                <a:ea typeface="Calibri"/>
              </a:rPr>
              <a:t>r </a:t>
            </a:r>
            <a:r>
              <a:rPr b="1" lang="en-US" sz="4400" strike="noStrike" u="none">
                <a:solidFill>
                  <a:srgbClr val="b80000"/>
                </a:solidFill>
                <a:effectLst/>
                <a:uFillTx/>
                <a:latin typeface="Calibri"/>
                <a:ea typeface="Calibri"/>
              </a:rPr>
              <a:t>Ar</a:t>
            </a:r>
            <a:r>
              <a:rPr b="1" lang="en-US" sz="4400" strike="noStrike" u="none">
                <a:solidFill>
                  <a:srgbClr val="b80000"/>
                </a:solidFill>
                <a:effectLst/>
                <a:uFillTx/>
                <a:latin typeface="Calibri"/>
                <a:ea typeface="Calibri"/>
              </a:rPr>
              <a:t>ch</a:t>
            </a:r>
            <a:r>
              <a:rPr b="1" lang="en-US" sz="4400" strike="noStrike" u="none">
                <a:solidFill>
                  <a:srgbClr val="b80000"/>
                </a:solidFill>
                <a:effectLst/>
                <a:uFillTx/>
                <a:latin typeface="Calibri"/>
                <a:ea typeface="Calibri"/>
              </a:rPr>
              <a:t>it</a:t>
            </a:r>
            <a:r>
              <a:rPr b="1" lang="en-US" sz="4400" strike="noStrike" u="none">
                <a:solidFill>
                  <a:srgbClr val="b80000"/>
                </a:solidFill>
                <a:effectLst/>
                <a:uFillTx/>
                <a:latin typeface="Calibri"/>
                <a:ea typeface="Calibri"/>
              </a:rPr>
              <a:t>ec</a:t>
            </a:r>
            <a:r>
              <a:rPr b="1" lang="en-US" sz="4400" strike="noStrike" u="none">
                <a:solidFill>
                  <a:srgbClr val="b80000"/>
                </a:solidFill>
                <a:effectLst/>
                <a:uFillTx/>
                <a:latin typeface="Calibri"/>
                <a:ea typeface="Calibri"/>
              </a:rPr>
              <a:t>tu</a:t>
            </a:r>
            <a:r>
              <a:rPr b="1" lang="en-US" sz="4400" strike="noStrike" u="none">
                <a:solidFill>
                  <a:srgbClr val="b80000"/>
                </a:solidFill>
                <a:effectLst/>
                <a:uFillTx/>
                <a:latin typeface="Calibri"/>
                <a:ea typeface="Calibri"/>
              </a:rPr>
              <a:t>re</a:t>
            </a:r>
            <a:r>
              <a:rPr b="1" lang="en-US" sz="4400" strike="noStrike" u="none">
                <a:solidFill>
                  <a:srgbClr val="b80000"/>
                </a:solidFill>
                <a:effectLst/>
                <a:uFillTx/>
                <a:latin typeface="Calibri"/>
                <a:ea typeface="Calibri"/>
              </a:rPr>
              <a:t>s</a:t>
            </a:r>
            <a:endParaRPr b="0" lang="en-US" sz="4400" strike="noStrike" u="none">
              <a:solidFill>
                <a:srgbClr val="000000"/>
              </a:solidFill>
              <a:effectLst/>
              <a:uFillTx/>
              <a:latin typeface="Arial"/>
            </a:endParaRPr>
          </a:p>
        </p:txBody>
      </p:sp>
      <p:pic>
        <p:nvPicPr>
          <p:cNvPr id="219" name="Google Shape;213;p11" descr=""/>
          <p:cNvPicPr/>
          <p:nvPr/>
        </p:nvPicPr>
        <p:blipFill>
          <a:blip r:embed="rId1"/>
          <a:srcRect l="0" t="0" r="0" b="13713"/>
          <a:stretch/>
        </p:blipFill>
        <p:spPr>
          <a:xfrm>
            <a:off x="372600" y="963000"/>
            <a:ext cx="8617680" cy="5789880"/>
          </a:xfrm>
          <a:prstGeom prst="rect">
            <a:avLst/>
          </a:prstGeom>
          <a:noFill/>
          <a:ln w="0">
            <a:noFill/>
          </a:ln>
        </p:spPr>
      </p:pic>
      <p:sp>
        <p:nvSpPr>
          <p:cNvPr id="220" name="Google Shape;214;p11"/>
          <p:cNvSpPr/>
          <p:nvPr/>
        </p:nvSpPr>
        <p:spPr>
          <a:xfrm>
            <a:off x="76320" y="83808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nSpc>
                <a:spcPct val="100000"/>
              </a:lnSpc>
            </a:pPr>
            <a:endParaRPr b="0" lang="en-US" sz="1400" strike="noStrike" u="none">
              <a:solidFill>
                <a:srgbClr val="ffffff"/>
              </a:solidFill>
              <a:effectLst/>
              <a:uFillTx/>
              <a:latin typeface="Arial"/>
            </a:endParaRPr>
          </a:p>
        </p:txBody>
      </p:sp>
      <p:sp>
        <p:nvSpPr>
          <p:cNvPr id="221" name="Google Shape;215;p11"/>
          <p:cNvSpPr/>
          <p:nvPr/>
        </p:nvSpPr>
        <p:spPr>
          <a:xfrm>
            <a:off x="304920" y="1981080"/>
            <a:ext cx="1751040" cy="1979640"/>
          </a:xfrm>
          <a:prstGeom prst="rect">
            <a:avLst/>
          </a:prstGeom>
          <a:solidFill>
            <a:srgbClr val="c35855">
              <a:alpha val="21000"/>
            </a:srgbClr>
          </a:solidFill>
          <a:ln w="0">
            <a:noFill/>
          </a:ln>
        </p:spPr>
        <p:style>
          <a:lnRef idx="0"/>
          <a:fillRef idx="0"/>
          <a:effectRef idx="0"/>
          <a:fontRef idx="minor"/>
        </p:style>
        <p:txBody>
          <a:bodyPr lIns="90000" rIns="90000" tIns="45000" bIns="45000" anchor="ctr">
            <a:noAutofit/>
          </a:bodyPr>
          <a:p>
            <a:pPr>
              <a:lnSpc>
                <a:spcPct val="100000"/>
              </a:lnSpc>
            </a:pPr>
            <a:endParaRPr b="0" lang="en-US" sz="1400" strike="noStrike" u="none">
              <a:solidFill>
                <a:srgbClr val="ffffff"/>
              </a:solidFill>
              <a:effectLst/>
              <a:uFillTx/>
              <a:latin typeface="Arial"/>
            </a:endParaRPr>
          </a:p>
        </p:txBody>
      </p:sp>
      <p:sp>
        <p:nvSpPr>
          <p:cNvPr id="222" name="Google Shape;216;p11"/>
          <p:cNvSpPr/>
          <p:nvPr/>
        </p:nvSpPr>
        <p:spPr>
          <a:xfrm>
            <a:off x="2286000" y="1981080"/>
            <a:ext cx="6627960" cy="4799160"/>
          </a:xfrm>
          <a:prstGeom prst="rect">
            <a:avLst/>
          </a:prstGeom>
          <a:solidFill>
            <a:srgbClr val="4d7fbb">
              <a:alpha val="17000"/>
            </a:srgbClr>
          </a:solidFill>
          <a:ln w="0">
            <a:noFill/>
          </a:ln>
        </p:spPr>
        <p:style>
          <a:lnRef idx="0"/>
          <a:fillRef idx="0"/>
          <a:effectRef idx="0"/>
          <a:fontRef idx="minor"/>
        </p:style>
        <p:txBody>
          <a:bodyPr lIns="90000" rIns="90000" tIns="45000" bIns="45000" anchor="ctr">
            <a:noAutofit/>
          </a:bodyPr>
          <a:p>
            <a:pPr>
              <a:lnSpc>
                <a:spcPct val="100000"/>
              </a:lnSpc>
            </a:pPr>
            <a:endParaRPr b="0" lang="en-US" sz="1400" strike="noStrike" u="none">
              <a:solidFill>
                <a:srgbClr val="ffffff"/>
              </a:solidFill>
              <a:effectLst/>
              <a:uFillTx/>
              <a:latin typeface="Arial"/>
            </a:endParaRPr>
          </a:p>
        </p:txBody>
      </p:sp>
      <p:sp>
        <p:nvSpPr>
          <p:cNvPr id="223" name="Google Shape;217;p11"/>
          <p:cNvSpPr/>
          <p:nvPr/>
        </p:nvSpPr>
        <p:spPr>
          <a:xfrm>
            <a:off x="4024800" y="5673600"/>
            <a:ext cx="1675080" cy="912960"/>
          </a:xfrm>
          <a:prstGeom prst="ellipse">
            <a:avLst/>
          </a:prstGeom>
          <a:noFill/>
          <a:ln w="41275">
            <a:solidFill>
              <a:srgbClr val="b80000"/>
            </a:solidFill>
            <a:prstDash val="dash"/>
            <a:round/>
          </a:ln>
        </p:spPr>
        <p:style>
          <a:lnRef idx="0"/>
          <a:fillRef idx="0"/>
          <a:effectRef idx="0"/>
          <a:fontRef idx="minor"/>
        </p:style>
        <p:txBody>
          <a:bodyPr lIns="90000" rIns="90000" tIns="45000" bIns="45000" anchor="ctr">
            <a:noAutofit/>
          </a:bodyPr>
          <a:p>
            <a:pPr>
              <a:lnSpc>
                <a:spcPct val="100000"/>
              </a:lnSpc>
            </a:pP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0" y="0"/>
            <a:ext cx="9142560" cy="943200"/>
          </a:xfrm>
          <a:prstGeom prst="rect">
            <a:avLst/>
          </a:prstGeom>
          <a:noFill/>
          <a:ln w="0">
            <a:noFill/>
          </a:ln>
        </p:spPr>
        <p:txBody>
          <a:bodyPr lIns="91440" rIns="91440" tIns="45720" bIns="45720" anchor="ctr">
            <a:normAutofit fontScale="92500" lnSpcReduction="9999"/>
          </a:bodyPr>
          <a:p>
            <a:pPr indent="0" algn="ctr">
              <a:lnSpc>
                <a:spcPct val="100000"/>
              </a:lnSpc>
              <a:buNone/>
              <a:tabLst>
                <a:tab algn="l" pos="0"/>
              </a:tabLst>
            </a:pPr>
            <a:r>
              <a:rPr b="1" lang="en-US" sz="4400" strike="noStrike" u="none">
                <a:solidFill>
                  <a:srgbClr val="b80000"/>
                </a:solidFill>
                <a:effectLst/>
                <a:uFillTx/>
                <a:latin typeface="Calibri"/>
                <a:ea typeface="Calibri"/>
              </a:rPr>
              <a:t>Symmetric Multiprocessor </a:t>
            </a:r>
            <a:r>
              <a:rPr b="1" lang="en-US" sz="4400" strike="noStrike" u="none">
                <a:solidFill>
                  <a:schemeClr val="dk1"/>
                </a:solidFill>
                <a:effectLst/>
                <a:uFillTx/>
                <a:latin typeface="Calibri"/>
                <a:ea typeface="Calibri"/>
              </a:rPr>
              <a:t>(</a:t>
            </a:r>
            <a:r>
              <a:rPr b="1" lang="en-US" sz="4400" strike="noStrike" u="none">
                <a:solidFill>
                  <a:srgbClr val="b80000"/>
                </a:solidFill>
                <a:effectLst/>
                <a:uFillTx/>
                <a:latin typeface="Calibri"/>
                <a:ea typeface="Calibri"/>
              </a:rPr>
              <a:t>SMP</a:t>
            </a:r>
            <a:r>
              <a:rPr b="1" lang="en-US" sz="4400" strike="noStrike" u="none">
                <a:solidFill>
                  <a:schemeClr val="dk1"/>
                </a:solidFill>
                <a:effectLst/>
                <a:uFillTx/>
                <a:latin typeface="Calibri"/>
                <a:ea typeface="Calibri"/>
              </a:rPr>
              <a:t>)</a:t>
            </a:r>
            <a:endParaRPr b="0" lang="en-US" sz="4400" strike="noStrike" u="none">
              <a:solidFill>
                <a:srgbClr val="000000"/>
              </a:solidFill>
              <a:effectLst/>
              <a:uFillTx/>
              <a:latin typeface="Arial"/>
            </a:endParaRPr>
          </a:p>
        </p:txBody>
      </p:sp>
      <p:sp>
        <p:nvSpPr>
          <p:cNvPr id="225" name="PlaceHolder 2"/>
          <p:cNvSpPr>
            <a:spLocks noGrp="1"/>
          </p:cNvSpPr>
          <p:nvPr>
            <p:ph/>
          </p:nvPr>
        </p:nvSpPr>
        <p:spPr>
          <a:xfrm>
            <a:off x="0" y="1066680"/>
            <a:ext cx="9142560" cy="5789880"/>
          </a:xfrm>
          <a:prstGeom prst="rect">
            <a:avLst/>
          </a:prstGeom>
          <a:noFill/>
          <a:ln w="0">
            <a:noFill/>
          </a:ln>
        </p:spPr>
        <p:txBody>
          <a:bodyPr lIns="91440" rIns="91440" tIns="45720" bIns="45720" anchor="t">
            <a:normAutofit/>
          </a:bodyPr>
          <a:p>
            <a:pPr marL="343080" indent="-343080">
              <a:lnSpc>
                <a:spcPct val="100000"/>
              </a:lnSpc>
              <a:buClr>
                <a:srgbClr val="000000"/>
              </a:buClr>
              <a:buFont typeface="Arial"/>
              <a:buChar char="•"/>
            </a:pPr>
            <a:r>
              <a:rPr b="1" lang="en-US" sz="3000" strike="noStrike" u="none">
                <a:solidFill>
                  <a:schemeClr val="dk1"/>
                </a:solidFill>
                <a:effectLst/>
                <a:uFillTx/>
                <a:latin typeface="Calibri"/>
                <a:ea typeface="Calibri"/>
              </a:rPr>
              <a:t>Processors</a:t>
            </a:r>
            <a:r>
              <a:rPr b="0" lang="en-US" sz="3000" strike="noStrike" u="none">
                <a:solidFill>
                  <a:schemeClr val="dk1"/>
                </a:solidFill>
                <a:effectLst/>
                <a:uFillTx/>
                <a:latin typeface="Calibri"/>
                <a:ea typeface="Calibri"/>
              </a:rPr>
              <a:t> </a:t>
            </a:r>
            <a:r>
              <a:rPr b="1" lang="en-US" sz="3000" strike="noStrike" u="none">
                <a:solidFill>
                  <a:srgbClr val="2c14de"/>
                </a:solidFill>
                <a:effectLst/>
                <a:uFillTx/>
                <a:latin typeface="Calibri"/>
                <a:ea typeface="Calibri"/>
              </a:rPr>
              <a:t>share memory </a:t>
            </a:r>
            <a:r>
              <a:rPr b="0" lang="en-US" sz="3000" strike="noStrike" u="none">
                <a:solidFill>
                  <a:schemeClr val="dk1"/>
                </a:solidFill>
                <a:effectLst/>
                <a:uFillTx/>
                <a:latin typeface="Calibri"/>
                <a:ea typeface="Calibri"/>
              </a:rPr>
              <a:t>(</a:t>
            </a:r>
            <a:r>
              <a:rPr b="1" lang="en-US" sz="3000" strike="noStrike" u="none">
                <a:solidFill>
                  <a:schemeClr val="dk1"/>
                </a:solidFill>
                <a:effectLst/>
                <a:uFillTx/>
                <a:latin typeface="Calibri"/>
                <a:ea typeface="Calibri"/>
              </a:rPr>
              <a:t>tightly coupled</a:t>
            </a:r>
            <a:r>
              <a:rPr b="0" lang="en-US" sz="3000" strike="noStrike" u="none">
                <a:solidFill>
                  <a:schemeClr val="dk1"/>
                </a:solidFill>
                <a:effectLst/>
                <a:uFillTx/>
                <a:latin typeface="Calibri"/>
                <a:ea typeface="Calibri"/>
              </a:rPr>
              <a:t>)</a:t>
            </a:r>
            <a:endParaRPr b="0" lang="en-US" sz="3000" strike="noStrike" u="none">
              <a:solidFill>
                <a:srgbClr val="000000"/>
              </a:solidFill>
              <a:effectLst/>
              <a:uFillTx/>
              <a:latin typeface="Arial"/>
            </a:endParaRPr>
          </a:p>
          <a:p>
            <a:pPr marL="343080" indent="-343080">
              <a:lnSpc>
                <a:spcPct val="100000"/>
              </a:lnSpc>
              <a:spcBef>
                <a:spcPts val="2401"/>
              </a:spcBef>
              <a:buClr>
                <a:srgbClr val="2c14de"/>
              </a:buClr>
              <a:buFont typeface="Arial"/>
              <a:buChar char="•"/>
            </a:pPr>
            <a:r>
              <a:rPr b="1" lang="en-US" sz="3000" strike="noStrike" u="none">
                <a:solidFill>
                  <a:srgbClr val="2c14de"/>
                </a:solidFill>
                <a:effectLst/>
                <a:uFillTx/>
                <a:latin typeface="Calibri"/>
                <a:ea typeface="Calibri"/>
              </a:rPr>
              <a:t>Communicate</a:t>
            </a:r>
            <a:r>
              <a:rPr b="0" lang="en-US" sz="3000" strike="noStrike" u="none">
                <a:solidFill>
                  <a:schemeClr val="dk1"/>
                </a:solidFill>
                <a:effectLst/>
                <a:uFillTx/>
                <a:latin typeface="Calibri"/>
                <a:ea typeface="Calibri"/>
              </a:rPr>
              <a:t> via </a:t>
            </a:r>
            <a:r>
              <a:rPr b="1" lang="en-US" sz="3000" strike="noStrike" u="none">
                <a:solidFill>
                  <a:srgbClr val="2c14de"/>
                </a:solidFill>
                <a:effectLst/>
                <a:uFillTx/>
                <a:latin typeface="Calibri"/>
                <a:ea typeface="Calibri"/>
              </a:rPr>
              <a:t>shared memory </a:t>
            </a:r>
            <a:r>
              <a:rPr b="0" lang="en-US" sz="3000" strike="noStrike" u="none">
                <a:solidFill>
                  <a:schemeClr val="dk1"/>
                </a:solidFill>
                <a:effectLst/>
                <a:uFillTx/>
                <a:latin typeface="Calibri"/>
                <a:ea typeface="Calibri"/>
              </a:rPr>
              <a:t>(</a:t>
            </a:r>
            <a:r>
              <a:rPr b="1" lang="en-US" sz="3000" strike="noStrike" u="none">
                <a:solidFill>
                  <a:schemeClr val="dk1"/>
                </a:solidFill>
                <a:effectLst/>
                <a:uFillTx/>
                <a:latin typeface="Calibri"/>
                <a:ea typeface="Calibri"/>
              </a:rPr>
              <a:t>single bus</a:t>
            </a:r>
            <a:r>
              <a:rPr b="0" lang="en-US" sz="3000" strike="noStrike" u="none">
                <a:solidFill>
                  <a:schemeClr val="dk1"/>
                </a:solidFill>
                <a:effectLst/>
                <a:uFillTx/>
                <a:latin typeface="Calibri"/>
                <a:ea typeface="Calibri"/>
              </a:rPr>
              <a:t>)</a:t>
            </a:r>
            <a:endParaRPr b="0" lang="en-US" sz="3000" strike="noStrike" u="none">
              <a:solidFill>
                <a:srgbClr val="000000"/>
              </a:solidFill>
              <a:effectLst/>
              <a:uFillTx/>
              <a:latin typeface="Arial"/>
            </a:endParaRPr>
          </a:p>
          <a:p>
            <a:pPr marL="343080" indent="0">
              <a:lnSpc>
                <a:spcPct val="100000"/>
              </a:lnSpc>
              <a:spcBef>
                <a:spcPts val="2401"/>
              </a:spcBef>
              <a:buNone/>
              <a:tabLst>
                <a:tab algn="l" pos="0"/>
              </a:tabLst>
            </a:pPr>
            <a:endParaRPr b="0" lang="en-US" sz="3000" strike="noStrike" u="none">
              <a:solidFill>
                <a:srgbClr val="000000"/>
              </a:solidFill>
              <a:effectLst/>
              <a:uFillTx/>
              <a:latin typeface="Arial"/>
            </a:endParaRPr>
          </a:p>
          <a:p>
            <a:pPr marL="343080" indent="0">
              <a:lnSpc>
                <a:spcPct val="100000"/>
              </a:lnSpc>
              <a:spcBef>
                <a:spcPts val="2401"/>
              </a:spcBef>
              <a:buNone/>
              <a:tabLst>
                <a:tab algn="l" pos="0"/>
              </a:tabLst>
            </a:pPr>
            <a:endParaRPr b="0" lang="en-US" sz="3000" strike="noStrike" u="none">
              <a:solidFill>
                <a:srgbClr val="000000"/>
              </a:solidFill>
              <a:effectLst/>
              <a:uFillTx/>
              <a:latin typeface="Arial"/>
            </a:endParaRPr>
          </a:p>
          <a:p>
            <a:pPr marL="343080" indent="-139680">
              <a:lnSpc>
                <a:spcPct val="100000"/>
              </a:lnSpc>
              <a:spcBef>
                <a:spcPts val="2401"/>
              </a:spcBef>
              <a:buNone/>
              <a:tabLst>
                <a:tab algn="l" pos="0"/>
              </a:tabLst>
            </a:pPr>
            <a:endParaRPr b="0" lang="en-US" sz="3200" strike="noStrike" u="none">
              <a:solidFill>
                <a:srgbClr val="000000"/>
              </a:solidFill>
              <a:effectLst/>
              <a:uFillTx/>
              <a:latin typeface="Arial"/>
            </a:endParaRPr>
          </a:p>
        </p:txBody>
      </p:sp>
      <p:sp>
        <p:nvSpPr>
          <p:cNvPr id="226" name="Google Shape;225;p12"/>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pic>
        <p:nvPicPr>
          <p:cNvPr id="227" name="" descr=""/>
          <p:cNvPicPr/>
          <p:nvPr/>
        </p:nvPicPr>
        <p:blipFill>
          <a:blip r:embed="rId1"/>
          <a:stretch/>
        </p:blipFill>
        <p:spPr>
          <a:xfrm>
            <a:off x="6067800" y="2852640"/>
            <a:ext cx="3075480" cy="3475440"/>
          </a:xfrm>
          <a:prstGeom prst="rect">
            <a:avLst/>
          </a:prstGeom>
          <a:noFill/>
          <a:ln w="0">
            <a:noFill/>
          </a:ln>
        </p:spPr>
      </p:pic>
      <p:sp>
        <p:nvSpPr>
          <p:cNvPr id="228" name=""/>
          <p:cNvSpPr/>
          <p:nvPr/>
        </p:nvSpPr>
        <p:spPr>
          <a:xfrm>
            <a:off x="70920" y="2778480"/>
            <a:ext cx="6100560" cy="4235760"/>
          </a:xfrm>
          <a:prstGeom prst="rect">
            <a:avLst/>
          </a:prstGeom>
          <a:noFill/>
          <a:ln w="0">
            <a:noFill/>
          </a:ln>
        </p:spPr>
        <p:style>
          <a:lnRef idx="0"/>
          <a:fillRef idx="0"/>
          <a:effectRef idx="0"/>
          <a:fontRef idx="minor"/>
        </p:style>
        <p:txBody>
          <a:bodyPr lIns="0" rIns="0" tIns="0" bIns="0" anchor="t">
            <a:spAutoFit/>
          </a:bodyPr>
          <a:p>
            <a:pPr marL="343080" indent="-343080">
              <a:lnSpc>
                <a:spcPct val="100000"/>
              </a:lnSpc>
              <a:spcBef>
                <a:spcPts val="2401"/>
              </a:spcBef>
              <a:buClr>
                <a:srgbClr val="2c14de"/>
              </a:buClr>
              <a:buFont typeface="Arial"/>
              <a:buChar char="•"/>
            </a:pPr>
            <a:r>
              <a:rPr b="1" lang="en-US" sz="2600" strike="noStrike" u="none">
                <a:solidFill>
                  <a:srgbClr val="2c14de"/>
                </a:solidFill>
                <a:effectLst/>
                <a:uFillTx/>
                <a:latin typeface="Calibri"/>
              </a:rPr>
              <a:t>Same memory access time </a:t>
            </a:r>
            <a:r>
              <a:rPr b="1" lang="en-US" sz="2600" strike="noStrike" u="none">
                <a:solidFill>
                  <a:srgbClr val="000000"/>
                </a:solidFill>
                <a:effectLst/>
                <a:uFillTx/>
                <a:latin typeface="Calibri"/>
              </a:rPr>
              <a:t>(any memory region, from any processor)</a:t>
            </a:r>
            <a:endParaRPr b="0" lang="en-US" sz="2600" strike="noStrike" u="none">
              <a:solidFill>
                <a:srgbClr val="000000"/>
              </a:solidFill>
              <a:effectLst/>
              <a:uFillTx/>
              <a:latin typeface="Arial"/>
            </a:endParaRPr>
          </a:p>
          <a:p>
            <a:pPr lvl="1" marL="864000" indent="-324000">
              <a:lnSpc>
                <a:spcPct val="100000"/>
              </a:lnSpc>
              <a:spcBef>
                <a:spcPts val="2401"/>
              </a:spcBef>
              <a:buClr>
                <a:srgbClr val="000000"/>
              </a:buClr>
              <a:buSzPct val="75000"/>
              <a:buFont typeface="Symbol" charset="2"/>
              <a:buChar char=""/>
            </a:pPr>
            <a:r>
              <a:rPr b="1" lang="en-US" sz="2600" strike="noStrike" u="none">
                <a:solidFill>
                  <a:srgbClr val="000000"/>
                </a:solidFill>
                <a:effectLst/>
                <a:uFillTx/>
                <a:latin typeface="Calibri"/>
              </a:rPr>
              <a:t>Uniform Memory Access (UMA)</a:t>
            </a:r>
            <a:endParaRPr b="0" lang="en-US" sz="2600" strike="noStrike" u="none">
              <a:solidFill>
                <a:srgbClr val="000000"/>
              </a:solidFill>
              <a:effectLst/>
              <a:uFillTx/>
              <a:latin typeface="Arial"/>
            </a:endParaRPr>
          </a:p>
          <a:p>
            <a:pPr marL="343080" indent="-343080">
              <a:lnSpc>
                <a:spcPct val="100000"/>
              </a:lnSpc>
              <a:spcBef>
                <a:spcPts val="2401"/>
              </a:spcBef>
              <a:buClr>
                <a:srgbClr val="2c14de"/>
              </a:buClr>
              <a:buFont typeface="Arial"/>
              <a:buChar char="•"/>
            </a:pPr>
            <a:r>
              <a:rPr b="1" lang="en-US" sz="2600" strike="noStrike" u="none">
                <a:solidFill>
                  <a:srgbClr val="000000"/>
                </a:solidFill>
                <a:effectLst/>
                <a:uFillTx/>
                <a:latin typeface="Calibri"/>
              </a:rPr>
              <a:t>Processors share</a:t>
            </a:r>
            <a:r>
              <a:rPr b="1" lang="en-US" sz="2600" strike="noStrike" u="none">
                <a:solidFill>
                  <a:srgbClr val="2c14de"/>
                </a:solidFill>
                <a:effectLst/>
                <a:uFillTx/>
                <a:latin typeface="Calibri"/>
              </a:rPr>
              <a:t> I/O address </a:t>
            </a:r>
            <a:r>
              <a:rPr b="1" lang="en-US" sz="2600" strike="noStrike" u="none">
                <a:solidFill>
                  <a:srgbClr val="000000"/>
                </a:solidFill>
                <a:effectLst/>
                <a:uFillTx/>
                <a:latin typeface="Calibri"/>
              </a:rPr>
              <a:t>space too</a:t>
            </a:r>
            <a:endParaRPr b="0" lang="en-US" sz="2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4"/>
          <p:cNvSpPr/>
          <p:nvPr/>
        </p:nvSpPr>
        <p:spPr>
          <a:xfrm>
            <a:off x="0" y="0"/>
            <a:ext cx="9142560" cy="943200"/>
          </a:xfrm>
          <a:prstGeom prst="rect">
            <a:avLst/>
          </a:prstGeom>
          <a:noFill/>
          <a:ln w="0">
            <a:noFill/>
          </a:ln>
        </p:spPr>
        <p:style>
          <a:lnRef idx="0"/>
          <a:fillRef idx="0"/>
          <a:effectRef idx="0"/>
          <a:fontRef idx="minor"/>
        </p:style>
        <p:txBody>
          <a:bodyPr lIns="90000" rIns="90000" tIns="45000" bIns="45000" anchor="ctr">
            <a:normAutofit/>
          </a:bodyPr>
          <a:p>
            <a:pPr algn="ctr">
              <a:lnSpc>
                <a:spcPct val="100000"/>
              </a:lnSpc>
              <a:tabLst>
                <a:tab algn="l" pos="0"/>
              </a:tabLst>
            </a:pPr>
            <a:r>
              <a:rPr b="1" lang="en-US" sz="4400" strike="noStrike" u="none">
                <a:solidFill>
                  <a:srgbClr val="000000"/>
                </a:solidFill>
                <a:effectLst/>
                <a:uFillTx/>
                <a:latin typeface="Calibri"/>
                <a:ea typeface="Calibri"/>
              </a:rPr>
              <a:t>     </a:t>
            </a:r>
            <a:r>
              <a:rPr b="1" lang="en-US" sz="4400" strike="noStrike" u="none">
                <a:solidFill>
                  <a:srgbClr val="b80000"/>
                </a:solidFill>
                <a:effectLst/>
                <a:uFillTx/>
                <a:latin typeface="Calibri"/>
                <a:ea typeface="Calibri"/>
              </a:rPr>
              <a:t>Accessing</a:t>
            </a:r>
            <a:r>
              <a:rPr b="1" lang="en-US" sz="4400" strike="noStrike" u="none">
                <a:solidFill>
                  <a:srgbClr val="000000"/>
                </a:solidFill>
                <a:effectLst/>
                <a:uFillTx/>
                <a:latin typeface="Calibri"/>
                <a:ea typeface="Calibri"/>
              </a:rPr>
              <a:t> </a:t>
            </a:r>
            <a:r>
              <a:rPr b="1" lang="en-US" sz="4400" strike="noStrike" u="none">
                <a:solidFill>
                  <a:srgbClr val="b80000"/>
                </a:solidFill>
                <a:effectLst/>
                <a:uFillTx/>
                <a:latin typeface="Calibri"/>
                <a:ea typeface="Calibri"/>
              </a:rPr>
              <a:t>Memory</a:t>
            </a:r>
            <a:endParaRPr b="0" lang="en-US" sz="4400" strike="noStrike" u="none">
              <a:solidFill>
                <a:srgbClr val="000000"/>
              </a:solidFill>
              <a:effectLst/>
              <a:uFillTx/>
              <a:latin typeface="Arial"/>
            </a:endParaRPr>
          </a:p>
        </p:txBody>
      </p:sp>
      <p:pic>
        <p:nvPicPr>
          <p:cNvPr id="230" name="" descr=""/>
          <p:cNvPicPr/>
          <p:nvPr/>
        </p:nvPicPr>
        <p:blipFill>
          <a:blip r:embed="rId1"/>
          <a:stretch/>
        </p:blipFill>
        <p:spPr>
          <a:xfrm>
            <a:off x="108000" y="1509120"/>
            <a:ext cx="9014040" cy="5227560"/>
          </a:xfrm>
          <a:prstGeom prst="rect">
            <a:avLst/>
          </a:prstGeom>
          <a:noFill/>
          <a:ln w="0">
            <a:noFill/>
          </a:ln>
        </p:spPr>
      </p:pic>
      <p:pic>
        <p:nvPicPr>
          <p:cNvPr id="231" name="" descr=""/>
          <p:cNvPicPr/>
          <p:nvPr/>
        </p:nvPicPr>
        <p:blipFill>
          <a:blip r:embed="rId2"/>
          <a:stretch/>
        </p:blipFill>
        <p:spPr>
          <a:xfrm>
            <a:off x="6132240" y="12600"/>
            <a:ext cx="2989800" cy="1887480"/>
          </a:xfrm>
          <a:prstGeom prst="rect">
            <a:avLst/>
          </a:prstGeom>
          <a:noFill/>
          <a:ln w="0">
            <a:noFill/>
          </a:ln>
        </p:spPr>
      </p:pic>
      <p:sp>
        <p:nvSpPr>
          <p:cNvPr id="232" name=""/>
          <p:cNvSpPr/>
          <p:nvPr/>
        </p:nvSpPr>
        <p:spPr>
          <a:xfrm>
            <a:off x="7472880" y="6616800"/>
            <a:ext cx="1670760" cy="231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000000"/>
                </a:solidFill>
                <a:effectLst/>
                <a:uFillTx/>
                <a:latin typeface="Arial"/>
              </a:rPr>
              <a:t>Stanford CS149, Fall 2025</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5"/>
          <p:cNvSpPr/>
          <p:nvPr/>
        </p:nvSpPr>
        <p:spPr>
          <a:xfrm>
            <a:off x="0" y="0"/>
            <a:ext cx="9142560" cy="943200"/>
          </a:xfrm>
          <a:prstGeom prst="rect">
            <a:avLst/>
          </a:prstGeom>
          <a:noFill/>
          <a:ln w="0">
            <a:noFill/>
          </a:ln>
        </p:spPr>
        <p:style>
          <a:lnRef idx="0"/>
          <a:fillRef idx="0"/>
          <a:effectRef idx="0"/>
          <a:fontRef idx="minor"/>
        </p:style>
        <p:txBody>
          <a:bodyPr lIns="90000" rIns="90000" tIns="45000" bIns="45000" anchor="ctr">
            <a:normAutofit/>
          </a:bodyPr>
          <a:p>
            <a:pPr>
              <a:lnSpc>
                <a:spcPct val="100000"/>
              </a:lnSpc>
              <a:tabLst>
                <a:tab algn="l" pos="0"/>
              </a:tabLst>
            </a:pPr>
            <a:r>
              <a:rPr b="1" lang="en-US" sz="4400" strike="noStrike" u="none">
                <a:solidFill>
                  <a:srgbClr val="000000"/>
                </a:solidFill>
                <a:effectLst/>
                <a:uFillTx/>
                <a:latin typeface="Calibri"/>
                <a:ea typeface="Calibri"/>
              </a:rPr>
              <a:t>     </a:t>
            </a:r>
            <a:r>
              <a:rPr b="1" lang="en-US" sz="4400" strike="noStrike" u="none">
                <a:solidFill>
                  <a:srgbClr val="b80000"/>
                </a:solidFill>
                <a:effectLst/>
                <a:uFillTx/>
                <a:latin typeface="Calibri"/>
                <a:ea typeface="Calibri"/>
              </a:rPr>
              <a:t>Accessing Memory</a:t>
            </a:r>
            <a:endParaRPr b="0" lang="en-US" sz="4400" strike="noStrike" u="none">
              <a:solidFill>
                <a:srgbClr val="000000"/>
              </a:solidFill>
              <a:effectLst/>
              <a:uFillTx/>
              <a:latin typeface="Arial"/>
            </a:endParaRPr>
          </a:p>
        </p:txBody>
      </p:sp>
      <p:pic>
        <p:nvPicPr>
          <p:cNvPr id="234" name="" descr=""/>
          <p:cNvPicPr/>
          <p:nvPr/>
        </p:nvPicPr>
        <p:blipFill>
          <a:blip r:embed="rId1"/>
          <a:stretch/>
        </p:blipFill>
        <p:spPr>
          <a:xfrm>
            <a:off x="17640" y="914400"/>
            <a:ext cx="9054000" cy="4847040"/>
          </a:xfrm>
          <a:prstGeom prst="rect">
            <a:avLst/>
          </a:prstGeom>
          <a:noFill/>
          <a:ln w="0">
            <a:noFill/>
          </a:ln>
        </p:spPr>
      </p:pic>
      <p:sp>
        <p:nvSpPr>
          <p:cNvPr id="235" name=""/>
          <p:cNvSpPr/>
          <p:nvPr/>
        </p:nvSpPr>
        <p:spPr>
          <a:xfrm>
            <a:off x="7472880" y="6616800"/>
            <a:ext cx="1670760" cy="231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000000"/>
                </a:solidFill>
                <a:effectLst/>
                <a:uFillTx/>
                <a:latin typeface="Arial"/>
              </a:rPr>
              <a:t>Stanford CS149, Fall 2025</a:t>
            </a:r>
            <a:endParaRPr b="0" lang="en-US" sz="1000" strike="noStrike" u="none">
              <a:solidFill>
                <a:srgbClr val="000000"/>
              </a:solidFill>
              <a:effectLst/>
              <a:uFillTx/>
              <a:latin typeface="Arial"/>
            </a:endParaRPr>
          </a:p>
        </p:txBody>
      </p:sp>
      <p:sp>
        <p:nvSpPr>
          <p:cNvPr id="236" name=""/>
          <p:cNvSpPr/>
          <p:nvPr/>
        </p:nvSpPr>
        <p:spPr>
          <a:xfrm>
            <a:off x="7472880" y="6616800"/>
            <a:ext cx="1670760" cy="231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000000"/>
                </a:solidFill>
                <a:effectLst/>
                <a:uFillTx/>
                <a:latin typeface="Arial"/>
              </a:rPr>
              <a:t>Stanford CS149, Fall 2025</a:t>
            </a:r>
            <a:endParaRPr b="0" lang="en-US" sz="1000" strike="noStrike" u="none">
              <a:solidFill>
                <a:srgbClr val="000000"/>
              </a:solidFill>
              <a:effectLst/>
              <a:uFillTx/>
              <a:latin typeface="Arial"/>
            </a:endParaRPr>
          </a:p>
        </p:txBody>
      </p:sp>
      <p:sp>
        <p:nvSpPr>
          <p:cNvPr id="237" name=""/>
          <p:cNvSpPr/>
          <p:nvPr/>
        </p:nvSpPr>
        <p:spPr>
          <a:xfrm>
            <a:off x="7472880" y="6616800"/>
            <a:ext cx="1670760" cy="231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000000"/>
                </a:solidFill>
                <a:effectLst/>
                <a:uFillTx/>
                <a:latin typeface="Arial"/>
              </a:rPr>
              <a:t>Stanford CS149, Fall 2025</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6"/>
          <p:cNvSpPr/>
          <p:nvPr/>
        </p:nvSpPr>
        <p:spPr>
          <a:xfrm>
            <a:off x="0" y="0"/>
            <a:ext cx="9142560" cy="943200"/>
          </a:xfrm>
          <a:prstGeom prst="rect">
            <a:avLst/>
          </a:prstGeom>
          <a:noFill/>
          <a:ln w="0">
            <a:noFill/>
          </a:ln>
        </p:spPr>
        <p:style>
          <a:lnRef idx="0"/>
          <a:fillRef idx="0"/>
          <a:effectRef idx="0"/>
          <a:fontRef idx="minor"/>
        </p:style>
        <p:txBody>
          <a:bodyPr lIns="90000" rIns="90000" tIns="45000" bIns="45000" anchor="ctr">
            <a:normAutofit/>
          </a:bodyPr>
          <a:p>
            <a:pPr>
              <a:lnSpc>
                <a:spcPct val="100000"/>
              </a:lnSpc>
              <a:tabLst>
                <a:tab algn="l" pos="0"/>
              </a:tabLst>
            </a:pPr>
            <a:r>
              <a:rPr b="1" lang="en-US" sz="4400" strike="noStrike" u="none">
                <a:solidFill>
                  <a:srgbClr val="000000"/>
                </a:solidFill>
                <a:effectLst/>
                <a:uFillTx/>
                <a:latin typeface="Calibri"/>
                <a:ea typeface="Calibri"/>
              </a:rPr>
              <a:t>     </a:t>
            </a:r>
            <a:r>
              <a:rPr b="1" lang="en-US" sz="4400" strike="noStrike" u="none">
                <a:solidFill>
                  <a:srgbClr val="b80000"/>
                </a:solidFill>
                <a:effectLst/>
                <a:uFillTx/>
                <a:latin typeface="Calibri"/>
                <a:ea typeface="Calibri"/>
              </a:rPr>
              <a:t>Review from Lecture 1</a:t>
            </a:r>
            <a:endParaRPr b="0" lang="en-US" sz="4400" strike="noStrike" u="none">
              <a:solidFill>
                <a:srgbClr val="000000"/>
              </a:solidFill>
              <a:effectLst/>
              <a:uFillTx/>
              <a:latin typeface="Arial"/>
            </a:endParaRPr>
          </a:p>
        </p:txBody>
      </p:sp>
      <p:pic>
        <p:nvPicPr>
          <p:cNvPr id="239" name="" descr=""/>
          <p:cNvPicPr/>
          <p:nvPr/>
        </p:nvPicPr>
        <p:blipFill>
          <a:blip r:embed="rId1"/>
          <a:stretch/>
        </p:blipFill>
        <p:spPr>
          <a:xfrm>
            <a:off x="152640" y="856080"/>
            <a:ext cx="8762040" cy="1537200"/>
          </a:xfrm>
          <a:prstGeom prst="rect">
            <a:avLst/>
          </a:prstGeom>
          <a:noFill/>
          <a:ln w="0">
            <a:noFill/>
          </a:ln>
        </p:spPr>
      </p:pic>
      <p:pic>
        <p:nvPicPr>
          <p:cNvPr id="240" name="" descr=""/>
          <p:cNvPicPr/>
          <p:nvPr/>
        </p:nvPicPr>
        <p:blipFill>
          <a:blip r:embed="rId2"/>
          <a:stretch/>
        </p:blipFill>
        <p:spPr>
          <a:xfrm>
            <a:off x="1206360" y="2286000"/>
            <a:ext cx="6793920" cy="1610280"/>
          </a:xfrm>
          <a:prstGeom prst="rect">
            <a:avLst/>
          </a:prstGeom>
          <a:noFill/>
          <a:ln w="0">
            <a:noFill/>
          </a:ln>
        </p:spPr>
      </p:pic>
      <p:pic>
        <p:nvPicPr>
          <p:cNvPr id="241" name="" descr=""/>
          <p:cNvPicPr/>
          <p:nvPr/>
        </p:nvPicPr>
        <p:blipFill>
          <a:blip r:embed="rId3"/>
          <a:stretch/>
        </p:blipFill>
        <p:spPr>
          <a:xfrm>
            <a:off x="564120" y="4114800"/>
            <a:ext cx="7990560" cy="2399400"/>
          </a:xfrm>
          <a:prstGeom prst="rect">
            <a:avLst/>
          </a:prstGeom>
          <a:noFill/>
          <a:ln w="0">
            <a:noFill/>
          </a:ln>
        </p:spPr>
      </p:pic>
      <p:sp>
        <p:nvSpPr>
          <p:cNvPr id="242" name=""/>
          <p:cNvSpPr/>
          <p:nvPr/>
        </p:nvSpPr>
        <p:spPr>
          <a:xfrm>
            <a:off x="7472520" y="6616800"/>
            <a:ext cx="1670760" cy="231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000000"/>
                </a:solidFill>
                <a:effectLst/>
                <a:uFillTx/>
                <a:latin typeface="Arial"/>
              </a:rPr>
              <a:t>Stanford CS149, Fall 2025</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3" name="" descr=""/>
          <p:cNvPicPr/>
          <p:nvPr/>
        </p:nvPicPr>
        <p:blipFill>
          <a:blip r:embed="rId1"/>
          <a:stretch/>
        </p:blipFill>
        <p:spPr>
          <a:xfrm>
            <a:off x="333720" y="930600"/>
            <a:ext cx="8804880" cy="4447080"/>
          </a:xfrm>
          <a:prstGeom prst="rect">
            <a:avLst/>
          </a:prstGeom>
          <a:noFill/>
          <a:ln w="0">
            <a:noFill/>
          </a:ln>
        </p:spPr>
      </p:pic>
      <p:sp>
        <p:nvSpPr>
          <p:cNvPr id="244" name="PlaceHolder 7"/>
          <p:cNvSpPr/>
          <p:nvPr/>
        </p:nvSpPr>
        <p:spPr>
          <a:xfrm>
            <a:off x="0" y="360"/>
            <a:ext cx="9142560" cy="958680"/>
          </a:xfrm>
          <a:prstGeom prst="rect">
            <a:avLst/>
          </a:prstGeom>
          <a:noFill/>
          <a:ln w="0">
            <a:noFill/>
          </a:ln>
        </p:spPr>
        <p:style>
          <a:lnRef idx="0"/>
          <a:fillRef idx="0"/>
          <a:effectRef idx="0"/>
          <a:fontRef idx="minor"/>
        </p:style>
        <p:txBody>
          <a:bodyPr lIns="90000" rIns="90000" tIns="45000" bIns="45000" anchor="ctr">
            <a:normAutofit/>
          </a:bodyPr>
          <a:p>
            <a:pPr algn="ctr">
              <a:lnSpc>
                <a:spcPct val="100000"/>
              </a:lnSpc>
              <a:tabLst>
                <a:tab algn="l" pos="0"/>
              </a:tabLst>
            </a:pPr>
            <a:r>
              <a:rPr b="1" lang="en-US" sz="4000" strike="noStrike" u="none">
                <a:solidFill>
                  <a:srgbClr val="b80000"/>
                </a:solidFill>
                <a:effectLst/>
                <a:uFillTx/>
                <a:latin typeface="Calibri"/>
                <a:ea typeface="Calibri"/>
              </a:rPr>
              <a:t>What Are Caches?</a:t>
            </a:r>
            <a:endParaRPr b="0" lang="en-US" sz="4000" strike="noStrike" u="none">
              <a:solidFill>
                <a:srgbClr val="000000"/>
              </a:solidFill>
              <a:effectLst/>
              <a:uFillTx/>
              <a:latin typeface="Arial"/>
            </a:endParaRPr>
          </a:p>
        </p:txBody>
      </p:sp>
      <p:pic>
        <p:nvPicPr>
          <p:cNvPr id="245" name="" descr=""/>
          <p:cNvPicPr/>
          <p:nvPr/>
        </p:nvPicPr>
        <p:blipFill>
          <a:blip r:embed="rId2"/>
          <a:stretch/>
        </p:blipFill>
        <p:spPr>
          <a:xfrm>
            <a:off x="457560" y="4932360"/>
            <a:ext cx="7771320" cy="1827720"/>
          </a:xfrm>
          <a:prstGeom prst="rect">
            <a:avLst/>
          </a:prstGeom>
          <a:noFill/>
          <a:ln w="0">
            <a:noFill/>
          </a:ln>
        </p:spPr>
      </p:pic>
      <p:sp>
        <p:nvSpPr>
          <p:cNvPr id="246" name=""/>
          <p:cNvSpPr/>
          <p:nvPr/>
        </p:nvSpPr>
        <p:spPr>
          <a:xfrm>
            <a:off x="7472880" y="6616800"/>
            <a:ext cx="1670760" cy="231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000000"/>
                </a:solidFill>
                <a:effectLst/>
                <a:uFillTx/>
                <a:latin typeface="Arial"/>
              </a:rPr>
              <a:t>Stanford CS149, Fall 2025</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7" name="" descr=""/>
          <p:cNvPicPr/>
          <p:nvPr/>
        </p:nvPicPr>
        <p:blipFill>
          <a:blip r:embed="rId1"/>
          <a:stretch/>
        </p:blipFill>
        <p:spPr>
          <a:xfrm>
            <a:off x="92520" y="939960"/>
            <a:ext cx="9081000" cy="5002920"/>
          </a:xfrm>
          <a:prstGeom prst="rect">
            <a:avLst/>
          </a:prstGeom>
          <a:noFill/>
          <a:ln w="0">
            <a:noFill/>
          </a:ln>
        </p:spPr>
      </p:pic>
      <p:sp>
        <p:nvSpPr>
          <p:cNvPr id="248" name=""/>
          <p:cNvSpPr/>
          <p:nvPr/>
        </p:nvSpPr>
        <p:spPr>
          <a:xfrm>
            <a:off x="7473240" y="6616800"/>
            <a:ext cx="1670760" cy="231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000000"/>
                </a:solidFill>
                <a:effectLst/>
                <a:uFillTx/>
                <a:latin typeface="Arial"/>
              </a:rPr>
              <a:t>Stanford CS149, Fall 2025</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9" name="" descr=""/>
          <p:cNvPicPr/>
          <p:nvPr/>
        </p:nvPicPr>
        <p:blipFill>
          <a:blip r:embed="rId1"/>
          <a:stretch/>
        </p:blipFill>
        <p:spPr>
          <a:xfrm>
            <a:off x="92520" y="831960"/>
            <a:ext cx="9086760" cy="5006160"/>
          </a:xfrm>
          <a:prstGeom prst="rect">
            <a:avLst/>
          </a:prstGeom>
          <a:noFill/>
          <a:ln w="0">
            <a:noFill/>
          </a:ln>
        </p:spPr>
      </p:pic>
      <p:sp>
        <p:nvSpPr>
          <p:cNvPr id="250" name=""/>
          <p:cNvSpPr/>
          <p:nvPr/>
        </p:nvSpPr>
        <p:spPr>
          <a:xfrm>
            <a:off x="125280" y="5799600"/>
            <a:ext cx="9018000" cy="990720"/>
          </a:xfrm>
          <a:prstGeom prst="rect">
            <a:avLst/>
          </a:prstGeom>
          <a:noFill/>
          <a:ln w="0">
            <a:noFill/>
          </a:ln>
        </p:spPr>
        <p:style>
          <a:lnRef idx="0"/>
          <a:fillRef idx="0"/>
          <a:effectRef idx="0"/>
          <a:fontRef idx="minor"/>
        </p:style>
        <p:txBody>
          <a:bodyPr lIns="90000" rIns="90000" tIns="45000" bIns="45000" anchor="t">
            <a:spAutoFit/>
          </a:bodyPr>
          <a:p>
            <a:pPr marL="216000" indent="-216000">
              <a:lnSpc>
                <a:spcPct val="100000"/>
              </a:lnSpc>
              <a:spcBef>
                <a:spcPts val="624"/>
              </a:spcBef>
              <a:spcAft>
                <a:spcPts val="425"/>
              </a:spcAft>
              <a:buClr>
                <a:srgbClr val="000000"/>
              </a:buClr>
              <a:buSzPct val="45000"/>
              <a:buFont typeface="Wingdings" charset="2"/>
              <a:buChar char=""/>
            </a:pPr>
            <a:r>
              <a:rPr b="1" lang="en-US" sz="1800" strike="noStrike" u="none">
                <a:solidFill>
                  <a:srgbClr val="000000"/>
                </a:solidFill>
                <a:effectLst/>
                <a:uFillTx/>
                <a:latin typeface="Arial"/>
              </a:rPr>
              <a:t>Processors run efficiently when they access data that is resident in caches </a:t>
            </a:r>
            <a:endParaRPr b="0" lang="en-US" sz="1800" strike="noStrike" u="none">
              <a:solidFill>
                <a:srgbClr val="000000"/>
              </a:solidFill>
              <a:effectLst/>
              <a:uFillTx/>
              <a:latin typeface="Arial"/>
            </a:endParaRPr>
          </a:p>
          <a:p>
            <a:pPr marL="216000" indent="-216000">
              <a:lnSpc>
                <a:spcPct val="100000"/>
              </a:lnSpc>
              <a:spcBef>
                <a:spcPts val="624"/>
              </a:spcBef>
              <a:spcAft>
                <a:spcPts val="425"/>
              </a:spcAft>
              <a:buClr>
                <a:srgbClr val="000000"/>
              </a:buClr>
              <a:buSzPct val="45000"/>
              <a:buFont typeface="Wingdings" charset="2"/>
              <a:buChar char=""/>
            </a:pPr>
            <a:r>
              <a:rPr b="1" lang="en-US" sz="1800" strike="noStrike" u="none">
                <a:solidFill>
                  <a:srgbClr val="000000"/>
                </a:solidFill>
                <a:effectLst/>
                <a:uFillTx/>
                <a:latin typeface="Arial"/>
              </a:rPr>
              <a:t>Caches reduce memory access latency when processors accesses data that they have recently accessed! *</a:t>
            </a:r>
            <a:endParaRPr b="0" lang="en-US" sz="1800" strike="noStrike" u="none">
              <a:solidFill>
                <a:srgbClr val="000000"/>
              </a:solidFill>
              <a:effectLst/>
              <a:uFillTx/>
              <a:latin typeface="Arial"/>
            </a:endParaRPr>
          </a:p>
        </p:txBody>
      </p:sp>
      <p:sp>
        <p:nvSpPr>
          <p:cNvPr id="251" name=""/>
          <p:cNvSpPr/>
          <p:nvPr/>
        </p:nvSpPr>
        <p:spPr>
          <a:xfrm>
            <a:off x="7473240" y="6616800"/>
            <a:ext cx="1670760" cy="23184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0" lang="en-US" sz="1000" strike="noStrike" u="none">
                <a:solidFill>
                  <a:srgbClr val="000000"/>
                </a:solidFill>
                <a:effectLst/>
                <a:uFillTx/>
                <a:latin typeface="Arial"/>
              </a:rPr>
              <a:t>Stanford CS149, Fall 2025</a:t>
            </a:r>
            <a:endParaRPr b="0" lang="en-US" sz="10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2" name="" descr=""/>
          <p:cNvPicPr/>
          <p:nvPr/>
        </p:nvPicPr>
        <p:blipFill>
          <a:blip r:embed="rId1"/>
          <a:stretch/>
        </p:blipFill>
        <p:spPr>
          <a:xfrm>
            <a:off x="787680" y="14400"/>
            <a:ext cx="8474400" cy="5014080"/>
          </a:xfrm>
          <a:prstGeom prst="rect">
            <a:avLst/>
          </a:prstGeom>
          <a:noFill/>
          <a:ln w="0">
            <a:noFill/>
          </a:ln>
        </p:spPr>
      </p:pic>
      <p:sp>
        <p:nvSpPr>
          <p:cNvPr id="253" name=""/>
          <p:cNvSpPr/>
          <p:nvPr/>
        </p:nvSpPr>
        <p:spPr>
          <a:xfrm>
            <a:off x="7473240" y="4800600"/>
            <a:ext cx="1670760" cy="2048040"/>
          </a:xfrm>
          <a:prstGeom prst="rect">
            <a:avLst/>
          </a:prstGeom>
          <a:solidFill>
            <a:srgbClr val="ffffff"/>
          </a:solidFill>
          <a:ln w="0">
            <a:noFill/>
          </a:ln>
        </p:spPr>
        <p:style>
          <a:lnRef idx="0"/>
          <a:fillRef idx="0"/>
          <a:effectRef idx="0"/>
          <a:fontRef idx="minor"/>
        </p:style>
        <p:txBody>
          <a:bodyPr lIns="90000" rIns="90000" tIns="45000" bIns="45000" anchor="t">
            <a:spAutoFit/>
          </a:bodyPr>
          <a:p>
            <a:pPr>
              <a:lnSpc>
                <a:spcPct val="100000"/>
              </a:lnSpc>
            </a:pPr>
            <a:endParaRPr b="0" lang="en-US" sz="10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a:p>
            <a:pPr>
              <a:lnSpc>
                <a:spcPct val="100000"/>
              </a:lnSpc>
            </a:pPr>
            <a:endParaRPr b="0" lang="en-US" sz="1000" strike="noStrike" u="none">
              <a:solidFill>
                <a:srgbClr val="000000"/>
              </a:solidFill>
              <a:effectLst/>
              <a:uFillTx/>
              <a:latin typeface="Arial"/>
            </a:endParaRPr>
          </a:p>
          <a:p>
            <a:pPr>
              <a:lnSpc>
                <a:spcPct val="100000"/>
              </a:lnSpc>
            </a:pPr>
            <a:r>
              <a:rPr b="0" lang="en-US" sz="1000" strike="noStrike" u="none">
                <a:solidFill>
                  <a:srgbClr val="000000"/>
                </a:solidFill>
                <a:effectLst/>
                <a:uFillTx/>
                <a:latin typeface="Arial"/>
              </a:rPr>
              <a:t>Stanford CS149, Fall 2025</a:t>
            </a:r>
            <a:endParaRPr b="0" lang="en-US" sz="1000" strike="noStrike" u="none">
              <a:solidFill>
                <a:srgbClr val="000000"/>
              </a:solidFill>
              <a:effectLst/>
              <a:uFillTx/>
              <a:latin typeface="Arial"/>
            </a:endParaRPr>
          </a:p>
        </p:txBody>
      </p:sp>
      <p:pic>
        <p:nvPicPr>
          <p:cNvPr id="254" name="" descr=""/>
          <p:cNvPicPr/>
          <p:nvPr/>
        </p:nvPicPr>
        <p:blipFill>
          <a:blip r:embed="rId2"/>
          <a:stretch/>
        </p:blipFill>
        <p:spPr>
          <a:xfrm>
            <a:off x="505800" y="5086080"/>
            <a:ext cx="6171480" cy="1761480"/>
          </a:xfrm>
          <a:prstGeom prst="rect">
            <a:avLst/>
          </a:prstGeom>
          <a:noFill/>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PlaceHolder 1"/>
          <p:cNvSpPr>
            <a:spLocks noGrp="1"/>
          </p:cNvSpPr>
          <p:nvPr>
            <p:ph type="title"/>
          </p:nvPr>
        </p:nvSpPr>
        <p:spPr>
          <a:xfrm>
            <a:off x="0" y="0"/>
            <a:ext cx="9142560" cy="958680"/>
          </a:xfrm>
          <a:prstGeom prst="rect">
            <a:avLst/>
          </a:prstGeom>
          <a:noFill/>
          <a:ln w="0">
            <a:noFill/>
          </a:ln>
        </p:spPr>
        <p:txBody>
          <a:bodyPr lIns="91440" rIns="91440" tIns="45720" bIns="45720" anchor="ctr">
            <a:normAutofit fontScale="85000" lnSpcReduction="9999"/>
          </a:bodyPr>
          <a:p>
            <a:pPr indent="0" algn="ctr">
              <a:lnSpc>
                <a:spcPct val="100000"/>
              </a:lnSpc>
              <a:buNone/>
              <a:tabLst>
                <a:tab algn="l" pos="0"/>
              </a:tabLst>
            </a:pPr>
            <a:r>
              <a:rPr b="1" lang="en-US" sz="4000" strike="noStrike" u="none">
                <a:solidFill>
                  <a:srgbClr val="b80000"/>
                </a:solidFill>
                <a:effectLst/>
                <a:uFillTx/>
                <a:latin typeface="Calibri"/>
                <a:ea typeface="Calibri"/>
              </a:rPr>
              <a:t>Symmetric Multiprocessor Organization</a:t>
            </a:r>
            <a:endParaRPr b="0" lang="en-US" sz="4000" strike="noStrike" u="none">
              <a:solidFill>
                <a:srgbClr val="000000"/>
              </a:solidFill>
              <a:effectLst/>
              <a:uFillTx/>
              <a:latin typeface="Arial"/>
            </a:endParaRPr>
          </a:p>
        </p:txBody>
      </p:sp>
      <p:pic>
        <p:nvPicPr>
          <p:cNvPr id="256" name="Google Shape;239;p14" descr=""/>
          <p:cNvPicPr/>
          <p:nvPr/>
        </p:nvPicPr>
        <p:blipFill>
          <a:blip r:embed="rId1"/>
          <a:stretch/>
        </p:blipFill>
        <p:spPr>
          <a:xfrm>
            <a:off x="762120" y="1143000"/>
            <a:ext cx="7281720" cy="5538960"/>
          </a:xfrm>
          <a:prstGeom prst="rect">
            <a:avLst/>
          </a:prstGeom>
          <a:noFill/>
          <a:ln w="0">
            <a:noFill/>
          </a:ln>
        </p:spPr>
      </p:pic>
      <p:sp>
        <p:nvSpPr>
          <p:cNvPr id="257" name="Google Shape;240;p14"/>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nSpc>
                <a:spcPct val="100000"/>
              </a:lnSpc>
            </a:pP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8"/>
          <p:cNvSpPr/>
          <p:nvPr/>
        </p:nvSpPr>
        <p:spPr>
          <a:xfrm>
            <a:off x="0" y="360"/>
            <a:ext cx="9142560" cy="958680"/>
          </a:xfrm>
          <a:prstGeom prst="rect">
            <a:avLst/>
          </a:prstGeom>
          <a:noFill/>
          <a:ln w="0">
            <a:noFill/>
          </a:ln>
        </p:spPr>
        <p:style>
          <a:lnRef idx="0"/>
          <a:fillRef idx="0"/>
          <a:effectRef idx="0"/>
          <a:fontRef idx="minor"/>
        </p:style>
        <p:txBody>
          <a:bodyPr lIns="90000" rIns="90000" tIns="45000" bIns="45000" anchor="ctr">
            <a:normAutofit/>
          </a:bodyPr>
          <a:p>
            <a:pPr algn="ctr">
              <a:lnSpc>
                <a:spcPct val="100000"/>
              </a:lnSpc>
              <a:tabLst>
                <a:tab algn="l" pos="0"/>
              </a:tabLst>
            </a:pPr>
            <a:r>
              <a:rPr b="1" lang="en-US" sz="4000" strike="noStrike" u="none">
                <a:solidFill>
                  <a:srgbClr val="b80000"/>
                </a:solidFill>
                <a:effectLst/>
                <a:uFillTx/>
                <a:latin typeface="Calibri"/>
                <a:ea typeface="Calibri"/>
              </a:rPr>
              <a:t>Cache Coherence Problem</a:t>
            </a:r>
            <a:endParaRPr b="0" lang="en-US" sz="4000" strike="noStrike" u="none">
              <a:solidFill>
                <a:srgbClr val="000000"/>
              </a:solidFill>
              <a:effectLst/>
              <a:uFillTx/>
              <a:latin typeface="Arial"/>
            </a:endParaRPr>
          </a:p>
        </p:txBody>
      </p:sp>
      <p:pic>
        <p:nvPicPr>
          <p:cNvPr id="259" name="" descr=""/>
          <p:cNvPicPr/>
          <p:nvPr/>
        </p:nvPicPr>
        <p:blipFill>
          <a:blip r:embed="rId1"/>
          <a:stretch/>
        </p:blipFill>
        <p:spPr>
          <a:xfrm>
            <a:off x="228600" y="923760"/>
            <a:ext cx="8624880" cy="5917680"/>
          </a:xfrm>
          <a:prstGeom prst="rect">
            <a:avLst/>
          </a:prstGeom>
          <a:noFill/>
          <a:ln w="0">
            <a:noFill/>
          </a:ln>
        </p:spPr>
      </p:pic>
      <p:pic>
        <p:nvPicPr>
          <p:cNvPr id="260" name="" descr=""/>
          <p:cNvPicPr/>
          <p:nvPr/>
        </p:nvPicPr>
        <p:blipFill>
          <a:blip r:embed="rId2"/>
          <a:stretch/>
        </p:blipFill>
        <p:spPr>
          <a:xfrm>
            <a:off x="5486400" y="1600200"/>
            <a:ext cx="3189960" cy="2322360"/>
          </a:xfrm>
          <a:prstGeom prst="rect">
            <a:avLst/>
          </a:prstGeom>
          <a:solidFill>
            <a:srgbClr val="ff6d6d"/>
          </a:solidFill>
          <a:ln w="0">
            <a:noFill/>
          </a:ln>
        </p:spPr>
      </p:pic>
      <p:pic>
        <p:nvPicPr>
          <p:cNvPr id="261" name="" descr=""/>
          <p:cNvPicPr/>
          <p:nvPr/>
        </p:nvPicPr>
        <p:blipFill>
          <a:blip r:embed="rId3"/>
          <a:stretch/>
        </p:blipFill>
        <p:spPr>
          <a:xfrm>
            <a:off x="8229600" y="6858000"/>
            <a:ext cx="950040" cy="45720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9"/>
          <p:cNvSpPr/>
          <p:nvPr/>
        </p:nvSpPr>
        <p:spPr>
          <a:xfrm>
            <a:off x="0" y="360"/>
            <a:ext cx="9142560" cy="958680"/>
          </a:xfrm>
          <a:prstGeom prst="rect">
            <a:avLst/>
          </a:prstGeom>
          <a:noFill/>
          <a:ln w="0">
            <a:noFill/>
          </a:ln>
        </p:spPr>
        <p:style>
          <a:lnRef idx="0"/>
          <a:fillRef idx="0"/>
          <a:effectRef idx="0"/>
          <a:fontRef idx="minor"/>
        </p:style>
        <p:txBody>
          <a:bodyPr lIns="90000" rIns="90000" tIns="45000" bIns="45000" anchor="ctr">
            <a:normAutofit/>
          </a:bodyPr>
          <a:p>
            <a:pPr algn="ctr">
              <a:lnSpc>
                <a:spcPct val="100000"/>
              </a:lnSpc>
              <a:tabLst>
                <a:tab algn="l" pos="0"/>
              </a:tabLst>
            </a:pPr>
            <a:r>
              <a:rPr b="1" lang="en-US" sz="4000" strike="noStrike" u="none">
                <a:solidFill>
                  <a:srgbClr val="b80000"/>
                </a:solidFill>
                <a:effectLst/>
                <a:uFillTx/>
                <a:latin typeface="Calibri"/>
                <a:ea typeface="Calibri"/>
              </a:rPr>
              <a:t>Cache Coherence Problem</a:t>
            </a:r>
            <a:endParaRPr b="0" lang="en-US" sz="4000" strike="noStrike" u="none">
              <a:solidFill>
                <a:srgbClr val="000000"/>
              </a:solidFill>
              <a:effectLst/>
              <a:uFillTx/>
              <a:latin typeface="Arial"/>
            </a:endParaRPr>
          </a:p>
        </p:txBody>
      </p:sp>
      <p:pic>
        <p:nvPicPr>
          <p:cNvPr id="263" name="" descr=""/>
          <p:cNvPicPr/>
          <p:nvPr/>
        </p:nvPicPr>
        <p:blipFill>
          <a:blip r:embed="rId1"/>
          <a:stretch/>
        </p:blipFill>
        <p:spPr>
          <a:xfrm>
            <a:off x="228600" y="735480"/>
            <a:ext cx="6066360" cy="4978800"/>
          </a:xfrm>
          <a:prstGeom prst="rect">
            <a:avLst/>
          </a:prstGeom>
          <a:noFill/>
          <a:ln w="0">
            <a:noFill/>
          </a:ln>
        </p:spPr>
      </p:pic>
      <p:pic>
        <p:nvPicPr>
          <p:cNvPr id="264" name="" descr=""/>
          <p:cNvPicPr/>
          <p:nvPr/>
        </p:nvPicPr>
        <p:blipFill>
          <a:blip r:embed="rId2"/>
          <a:stretch/>
        </p:blipFill>
        <p:spPr>
          <a:xfrm>
            <a:off x="7085880" y="817200"/>
            <a:ext cx="2056680" cy="6066000"/>
          </a:xfrm>
          <a:prstGeom prst="rect">
            <a:avLst/>
          </a:prstGeom>
          <a:noFill/>
          <a:ln w="0">
            <a:noFill/>
          </a:ln>
        </p:spPr>
      </p:pic>
      <p:sp>
        <p:nvSpPr>
          <p:cNvPr id="265" name=""/>
          <p:cNvSpPr/>
          <p:nvPr/>
        </p:nvSpPr>
        <p:spPr>
          <a:xfrm>
            <a:off x="304560" y="5846760"/>
            <a:ext cx="6780600" cy="815400"/>
          </a:xfrm>
          <a:prstGeom prst="rect">
            <a:avLst/>
          </a:prstGeom>
          <a:noFill/>
          <a:ln w="0">
            <a:noFill/>
          </a:ln>
        </p:spPr>
        <p:style>
          <a:lnRef idx="0"/>
          <a:fillRef idx="0"/>
          <a:effectRef idx="0"/>
          <a:fontRef idx="minor"/>
        </p:style>
        <p:txBody>
          <a:bodyPr lIns="90000" rIns="90000" tIns="45000" bIns="45000" anchor="t">
            <a:spAutoFit/>
          </a:bodyPr>
          <a:p>
            <a:pPr marL="343080" indent="-343080">
              <a:lnSpc>
                <a:spcPct val="100000"/>
              </a:lnSpc>
              <a:buClr>
                <a:srgbClr val="000000"/>
              </a:buClr>
              <a:buFont typeface="Arial"/>
              <a:buChar char="•"/>
            </a:pPr>
            <a:r>
              <a:rPr b="1" lang="en-US" sz="2100" strike="noStrike" u="none">
                <a:solidFill>
                  <a:srgbClr val="2c14de"/>
                </a:solidFill>
                <a:effectLst/>
                <a:uFillTx/>
                <a:latin typeface="Calibri"/>
                <a:ea typeface="Calibri"/>
              </a:rPr>
              <a:t>Cache</a:t>
            </a:r>
            <a:r>
              <a:rPr b="1" lang="en-US" sz="1800" strike="noStrike" u="none">
                <a:solidFill>
                  <a:srgbClr val="b80000"/>
                </a:solidFill>
                <a:effectLst/>
                <a:uFillTx/>
                <a:latin typeface="Calibri"/>
                <a:ea typeface="Calibri"/>
              </a:rPr>
              <a:t> </a:t>
            </a:r>
            <a:r>
              <a:rPr b="1" lang="en-US" sz="2100" strike="noStrike" u="none">
                <a:solidFill>
                  <a:srgbClr val="2c14de"/>
                </a:solidFill>
                <a:effectLst/>
                <a:uFillTx/>
                <a:latin typeface="Calibri"/>
                <a:ea typeface="Calibri"/>
              </a:rPr>
              <a:t>Coherence </a:t>
            </a:r>
            <a:r>
              <a:rPr b="1" lang="en-US" sz="2100" strike="noStrike" u="none">
                <a:solidFill>
                  <a:srgbClr val="000000"/>
                </a:solidFill>
                <a:effectLst/>
                <a:uFillTx/>
                <a:latin typeface="Calibri"/>
                <a:ea typeface="Calibri"/>
              </a:rPr>
              <a:t>in SMPs is maintained by</a:t>
            </a:r>
            <a:r>
              <a:rPr b="1" lang="en-US" sz="2100" strike="noStrike" u="none">
                <a:solidFill>
                  <a:srgbClr val="2c14de"/>
                </a:solidFill>
                <a:effectLst/>
                <a:uFillTx/>
                <a:latin typeface="Calibri"/>
                <a:ea typeface="Calibri"/>
              </a:rPr>
              <a:t> Hardware,</a:t>
            </a:r>
            <a:r>
              <a:rPr b="1" lang="en-US" sz="2100" strike="noStrike" u="none">
                <a:solidFill>
                  <a:srgbClr val="000000"/>
                </a:solidFill>
                <a:effectLst/>
                <a:uFillTx/>
                <a:latin typeface="Calibri"/>
                <a:ea typeface="Calibri"/>
              </a:rPr>
              <a:t> so they are also known as </a:t>
            </a:r>
            <a:r>
              <a:rPr b="1" lang="en-US" sz="2100" strike="noStrike" u="none">
                <a:solidFill>
                  <a:srgbClr val="2c14de"/>
                </a:solidFill>
                <a:effectLst/>
                <a:uFillTx/>
                <a:latin typeface="Calibri"/>
                <a:ea typeface="Calibri"/>
              </a:rPr>
              <a:t>CC-UMA  </a:t>
            </a:r>
            <a:endParaRPr b="0" lang="en-US" sz="21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0" y="11160"/>
            <a:ext cx="9171360" cy="866880"/>
          </a:xfrm>
          <a:prstGeom prst="rect">
            <a:avLst/>
          </a:prstGeom>
          <a:noFill/>
          <a:ln w="0">
            <a:noFill/>
          </a:ln>
        </p:spPr>
        <p:txBody>
          <a:bodyPr lIns="91440" rIns="91440" tIns="45720" bIns="45720" anchor="ctr">
            <a:normAutofit/>
          </a:bodyPr>
          <a:p>
            <a:pPr indent="0" algn="ctr">
              <a:lnSpc>
                <a:spcPct val="100000"/>
              </a:lnSpc>
              <a:buNone/>
              <a:tabLst>
                <a:tab algn="l" pos="0"/>
              </a:tabLst>
            </a:pPr>
            <a:r>
              <a:rPr b="1" lang="en-US" sz="4400" strike="noStrike" u="none">
                <a:solidFill>
                  <a:srgbClr val="c00000"/>
                </a:solidFill>
                <a:effectLst/>
                <a:uFillTx/>
                <a:latin typeface="Calibri"/>
                <a:ea typeface="Calibri"/>
              </a:rPr>
              <a:t>SMP Advantages</a:t>
            </a:r>
            <a:endParaRPr b="0" lang="en-US" sz="4400" strike="noStrike" u="none">
              <a:solidFill>
                <a:srgbClr val="000000"/>
              </a:solidFill>
              <a:effectLst/>
              <a:uFillTx/>
              <a:latin typeface="Arial"/>
            </a:endParaRPr>
          </a:p>
        </p:txBody>
      </p:sp>
      <p:sp>
        <p:nvSpPr>
          <p:cNvPr id="267" name="PlaceHolder 2"/>
          <p:cNvSpPr>
            <a:spLocks noGrp="1"/>
          </p:cNvSpPr>
          <p:nvPr>
            <p:ph/>
          </p:nvPr>
        </p:nvSpPr>
        <p:spPr>
          <a:xfrm>
            <a:off x="-47160" y="990720"/>
            <a:ext cx="9218880" cy="5865840"/>
          </a:xfrm>
          <a:prstGeom prst="rect">
            <a:avLst/>
          </a:prstGeom>
          <a:noFill/>
          <a:ln w="0">
            <a:noFill/>
          </a:ln>
        </p:spPr>
        <p:txBody>
          <a:bodyPr lIns="91440" rIns="91440" tIns="45720" bIns="45720" anchor="t">
            <a:normAutofit fontScale="85000" lnSpcReduction="9999"/>
          </a:bodyPr>
          <a:p>
            <a:pPr marL="343080" indent="-343080">
              <a:lnSpc>
                <a:spcPct val="100000"/>
              </a:lnSpc>
              <a:buClr>
                <a:srgbClr val="008000"/>
              </a:buClr>
              <a:buFont typeface="Arial"/>
              <a:buChar char="•"/>
            </a:pPr>
            <a:r>
              <a:rPr b="1" lang="en-US" sz="3200" strike="noStrike" u="none">
                <a:solidFill>
                  <a:srgbClr val="008000"/>
                </a:solidFill>
                <a:effectLst/>
                <a:uFillTx/>
                <a:latin typeface="Calibri"/>
                <a:ea typeface="Calibri"/>
              </a:rPr>
              <a:t>Performance</a:t>
            </a:r>
            <a:endParaRPr b="0" lang="en-US" sz="3200" strike="noStrike" u="none">
              <a:solidFill>
                <a:srgbClr val="000000"/>
              </a:solidFill>
              <a:effectLst/>
              <a:uFillTx/>
              <a:latin typeface="Arial"/>
            </a:endParaRPr>
          </a:p>
          <a:p>
            <a:pPr lvl="1" marL="743040" indent="-285840">
              <a:lnSpc>
                <a:spcPct val="100000"/>
              </a:lnSpc>
              <a:spcBef>
                <a:spcPts val="601"/>
              </a:spcBef>
              <a:buClr>
                <a:srgbClr val="2c14de"/>
              </a:buClr>
              <a:buFont typeface="Arial"/>
              <a:buChar char="–"/>
            </a:pPr>
            <a:r>
              <a:rPr b="1" lang="en-US" sz="3000" strike="noStrike" u="none">
                <a:solidFill>
                  <a:srgbClr val="2c14de"/>
                </a:solidFill>
                <a:effectLst/>
                <a:uFillTx/>
                <a:latin typeface="Calibri"/>
                <a:ea typeface="Calibri"/>
              </a:rPr>
              <a:t>work</a:t>
            </a:r>
            <a:r>
              <a:rPr b="0" lang="en-US" sz="3000" strike="noStrike" u="none">
                <a:solidFill>
                  <a:schemeClr val="dk1"/>
                </a:solidFill>
                <a:effectLst/>
                <a:uFillTx/>
                <a:latin typeface="Calibri"/>
                <a:ea typeface="Calibri"/>
              </a:rPr>
              <a:t> can be </a:t>
            </a:r>
            <a:r>
              <a:rPr b="1" lang="en-US" sz="3000" strike="noStrike" u="none">
                <a:solidFill>
                  <a:schemeClr val="dk1"/>
                </a:solidFill>
                <a:effectLst/>
                <a:uFillTx/>
                <a:latin typeface="Calibri"/>
                <a:ea typeface="Calibri"/>
              </a:rPr>
              <a:t>done</a:t>
            </a:r>
            <a:r>
              <a:rPr b="0" lang="en-US" sz="3000" strike="noStrike" u="none">
                <a:solidFill>
                  <a:schemeClr val="dk1"/>
                </a:solidFill>
                <a:effectLst/>
                <a:uFillTx/>
                <a:latin typeface="Calibri"/>
                <a:ea typeface="Calibri"/>
              </a:rPr>
              <a:t> in</a:t>
            </a:r>
            <a:r>
              <a:rPr b="0" lang="en-US" sz="3000" strike="noStrike" u="none">
                <a:solidFill>
                  <a:srgbClr val="2c14de"/>
                </a:solidFill>
                <a:effectLst/>
                <a:uFillTx/>
                <a:latin typeface="Calibri"/>
                <a:ea typeface="Calibri"/>
              </a:rPr>
              <a:t> </a:t>
            </a:r>
            <a:r>
              <a:rPr b="1" lang="en-US" sz="3000" strike="noStrike" u="none">
                <a:solidFill>
                  <a:srgbClr val="2c14de"/>
                </a:solidFill>
                <a:effectLst/>
                <a:uFillTx/>
                <a:latin typeface="Calibri"/>
                <a:ea typeface="Calibri"/>
              </a:rPr>
              <a:t>parallel</a:t>
            </a:r>
            <a:endParaRPr b="0" lang="en-US" sz="3000" strike="noStrike" u="none">
              <a:solidFill>
                <a:srgbClr val="000000"/>
              </a:solidFill>
              <a:effectLst/>
              <a:uFillTx/>
              <a:latin typeface="Arial"/>
            </a:endParaRPr>
          </a:p>
          <a:p>
            <a:pPr marL="457200" indent="0">
              <a:lnSpc>
                <a:spcPct val="100000"/>
              </a:lnSpc>
              <a:spcBef>
                <a:spcPts val="561"/>
              </a:spcBef>
              <a:buNone/>
              <a:tabLst>
                <a:tab algn="l" pos="0"/>
              </a:tabLst>
            </a:pPr>
            <a:endParaRPr b="0" lang="en-US" sz="2800" strike="noStrike" u="none">
              <a:solidFill>
                <a:srgbClr val="000000"/>
              </a:solidFill>
              <a:effectLst/>
              <a:uFillTx/>
              <a:latin typeface="Arial"/>
            </a:endParaRPr>
          </a:p>
          <a:p>
            <a:pPr marL="343080" indent="-343080">
              <a:lnSpc>
                <a:spcPct val="100000"/>
              </a:lnSpc>
              <a:spcBef>
                <a:spcPts val="641"/>
              </a:spcBef>
              <a:buClr>
                <a:srgbClr val="008000"/>
              </a:buClr>
              <a:buFont typeface="Arial"/>
              <a:buChar char="•"/>
              <a:tabLst>
                <a:tab algn="l" pos="0"/>
              </a:tabLst>
            </a:pPr>
            <a:r>
              <a:rPr b="1" lang="en-US" sz="3200" strike="noStrike" u="none">
                <a:solidFill>
                  <a:srgbClr val="008000"/>
                </a:solidFill>
                <a:effectLst/>
                <a:uFillTx/>
                <a:latin typeface="Calibri"/>
                <a:ea typeface="Calibri"/>
              </a:rPr>
              <a:t>Availability</a:t>
            </a:r>
            <a:endParaRPr b="0" lang="en-US" sz="3200" strike="noStrike" u="none">
              <a:solidFill>
                <a:srgbClr val="000000"/>
              </a:solidFill>
              <a:effectLst/>
              <a:uFillTx/>
              <a:latin typeface="Arial"/>
            </a:endParaRPr>
          </a:p>
          <a:p>
            <a:pPr lvl="1" marL="743040" indent="-285840">
              <a:lnSpc>
                <a:spcPct val="100000"/>
              </a:lnSpc>
              <a:spcBef>
                <a:spcPts val="601"/>
              </a:spcBef>
              <a:buClr>
                <a:srgbClr val="2c14de"/>
              </a:buClr>
              <a:buFont typeface="Arial"/>
              <a:buChar char="–"/>
              <a:tabLst>
                <a:tab algn="l" pos="0"/>
              </a:tabLst>
            </a:pPr>
            <a:r>
              <a:rPr b="1" lang="en-US" sz="3000" strike="noStrike" u="none">
                <a:solidFill>
                  <a:srgbClr val="2c14de"/>
                </a:solidFill>
                <a:effectLst/>
                <a:uFillTx/>
                <a:latin typeface="Calibri"/>
                <a:ea typeface="Calibri"/>
              </a:rPr>
              <a:t>Failure</a:t>
            </a:r>
            <a:r>
              <a:rPr b="0" lang="en-US" sz="3000" strike="noStrike" u="none">
                <a:solidFill>
                  <a:schemeClr val="dk1"/>
                </a:solidFill>
                <a:effectLst/>
                <a:uFillTx/>
                <a:latin typeface="Calibri"/>
                <a:ea typeface="Calibri"/>
              </a:rPr>
              <a:t> of a </a:t>
            </a:r>
            <a:r>
              <a:rPr b="1" lang="en-US" sz="3000" strike="noStrike" u="none">
                <a:solidFill>
                  <a:schemeClr val="dk1"/>
                </a:solidFill>
                <a:effectLst/>
                <a:uFillTx/>
                <a:latin typeface="Calibri"/>
                <a:ea typeface="Calibri"/>
              </a:rPr>
              <a:t>single processor </a:t>
            </a:r>
            <a:r>
              <a:rPr b="1" lang="en-US" sz="3000" strike="noStrike" u="none">
                <a:solidFill>
                  <a:srgbClr val="2c14de"/>
                </a:solidFill>
                <a:effectLst/>
                <a:uFillTx/>
                <a:latin typeface="Calibri"/>
                <a:ea typeface="Calibri"/>
              </a:rPr>
              <a:t>does not halt system</a:t>
            </a:r>
            <a:endParaRPr b="0" lang="en-US" sz="3000" strike="noStrike" u="none">
              <a:solidFill>
                <a:srgbClr val="000000"/>
              </a:solidFill>
              <a:effectLst/>
              <a:uFillTx/>
              <a:latin typeface="Arial"/>
            </a:endParaRPr>
          </a:p>
          <a:p>
            <a:pPr marL="457200" indent="0">
              <a:lnSpc>
                <a:spcPct val="100000"/>
              </a:lnSpc>
              <a:spcBef>
                <a:spcPts val="561"/>
              </a:spcBef>
              <a:buNone/>
              <a:tabLst>
                <a:tab algn="l" pos="0"/>
              </a:tabLst>
            </a:pPr>
            <a:endParaRPr b="0" lang="en-US" sz="2800" strike="noStrike" u="none">
              <a:solidFill>
                <a:srgbClr val="000000"/>
              </a:solidFill>
              <a:effectLst/>
              <a:uFillTx/>
              <a:latin typeface="Arial"/>
            </a:endParaRPr>
          </a:p>
          <a:p>
            <a:pPr marL="343080" indent="-343080">
              <a:lnSpc>
                <a:spcPct val="100000"/>
              </a:lnSpc>
              <a:spcBef>
                <a:spcPts val="641"/>
              </a:spcBef>
              <a:buClr>
                <a:srgbClr val="008000"/>
              </a:buClr>
              <a:buFont typeface="Arial"/>
              <a:buChar char="•"/>
              <a:tabLst>
                <a:tab algn="l" pos="0"/>
              </a:tabLst>
            </a:pPr>
            <a:r>
              <a:rPr b="1" lang="en-US" sz="3200" strike="noStrike" u="none">
                <a:solidFill>
                  <a:srgbClr val="008000"/>
                </a:solidFill>
                <a:effectLst/>
                <a:uFillTx/>
                <a:latin typeface="Calibri"/>
                <a:ea typeface="Calibri"/>
              </a:rPr>
              <a:t>Incremental growth</a:t>
            </a:r>
            <a:endParaRPr b="0" lang="en-US" sz="3200" strike="noStrike" u="none">
              <a:solidFill>
                <a:srgbClr val="000000"/>
              </a:solidFill>
              <a:effectLst/>
              <a:uFillTx/>
              <a:latin typeface="Arial"/>
            </a:endParaRPr>
          </a:p>
          <a:p>
            <a:pPr lvl="1" marL="743040" indent="-285840">
              <a:lnSpc>
                <a:spcPct val="100000"/>
              </a:lnSpc>
              <a:spcBef>
                <a:spcPts val="601"/>
              </a:spcBef>
              <a:buClr>
                <a:srgbClr val="000000"/>
              </a:buClr>
              <a:buFont typeface="Arial"/>
              <a:buChar char="–"/>
              <a:tabLst>
                <a:tab algn="l" pos="0"/>
              </a:tabLst>
            </a:pPr>
            <a:r>
              <a:rPr b="1" lang="en-US" sz="3000" strike="noStrike" u="none">
                <a:solidFill>
                  <a:schemeClr val="dk1"/>
                </a:solidFill>
                <a:effectLst/>
                <a:uFillTx/>
                <a:latin typeface="Calibri"/>
                <a:ea typeface="Calibri"/>
              </a:rPr>
              <a:t>Adding</a:t>
            </a:r>
            <a:r>
              <a:rPr b="0" lang="en-US" sz="3000" strike="noStrike" u="none">
                <a:solidFill>
                  <a:schemeClr val="dk1"/>
                </a:solidFill>
                <a:effectLst/>
                <a:uFillTx/>
                <a:latin typeface="Calibri"/>
                <a:ea typeface="Calibri"/>
              </a:rPr>
              <a:t> additional</a:t>
            </a:r>
            <a:r>
              <a:rPr b="1" lang="en-US" sz="3000" strike="noStrike" u="none">
                <a:solidFill>
                  <a:srgbClr val="2c14de"/>
                </a:solidFill>
                <a:effectLst/>
                <a:uFillTx/>
                <a:latin typeface="Calibri"/>
                <a:ea typeface="Calibri"/>
              </a:rPr>
              <a:t> processors </a:t>
            </a:r>
            <a:r>
              <a:rPr b="1" lang="en-US" sz="3000" strike="noStrike" u="sng">
                <a:solidFill>
                  <a:srgbClr val="2c14de"/>
                </a:solidFill>
                <a:effectLst/>
                <a:uFillTx/>
                <a:latin typeface="Calibri"/>
                <a:ea typeface="Calibri"/>
              </a:rPr>
              <a:t>enhances performance</a:t>
            </a:r>
            <a:endParaRPr b="0" lang="en-US" sz="3000" strike="noStrike" u="none">
              <a:solidFill>
                <a:srgbClr val="000000"/>
              </a:solidFill>
              <a:effectLst/>
              <a:uFillTx/>
              <a:latin typeface="Arial"/>
            </a:endParaRPr>
          </a:p>
          <a:p>
            <a:pPr marL="457200" indent="0">
              <a:lnSpc>
                <a:spcPct val="100000"/>
              </a:lnSpc>
              <a:spcBef>
                <a:spcPts val="561"/>
              </a:spcBef>
              <a:buNone/>
              <a:tabLst>
                <a:tab algn="l" pos="0"/>
              </a:tabLst>
            </a:pPr>
            <a:endParaRPr b="0" lang="en-US" sz="2800" strike="noStrike" u="none">
              <a:solidFill>
                <a:srgbClr val="000000"/>
              </a:solidFill>
              <a:effectLst/>
              <a:uFillTx/>
              <a:latin typeface="Arial"/>
            </a:endParaRPr>
          </a:p>
          <a:p>
            <a:pPr marL="343080" indent="-343080">
              <a:lnSpc>
                <a:spcPct val="100000"/>
              </a:lnSpc>
              <a:spcBef>
                <a:spcPts val="641"/>
              </a:spcBef>
              <a:buClr>
                <a:srgbClr val="008000"/>
              </a:buClr>
              <a:buFont typeface="Arial"/>
              <a:buChar char="•"/>
              <a:tabLst>
                <a:tab algn="l" pos="0"/>
              </a:tabLst>
            </a:pPr>
            <a:r>
              <a:rPr b="1" lang="en-US" sz="3200" strike="noStrike" u="none">
                <a:solidFill>
                  <a:srgbClr val="008000"/>
                </a:solidFill>
                <a:effectLst/>
                <a:uFillTx/>
                <a:latin typeface="Calibri"/>
                <a:ea typeface="Calibri"/>
              </a:rPr>
              <a:t>Scaling</a:t>
            </a:r>
            <a:endParaRPr b="0" lang="en-US" sz="3200" strike="noStrike" u="none">
              <a:solidFill>
                <a:srgbClr val="000000"/>
              </a:solidFill>
              <a:effectLst/>
              <a:uFillTx/>
              <a:latin typeface="Arial"/>
            </a:endParaRPr>
          </a:p>
          <a:p>
            <a:pPr lvl="1" marL="743040" indent="-285840">
              <a:lnSpc>
                <a:spcPct val="100000"/>
              </a:lnSpc>
              <a:spcBef>
                <a:spcPts val="601"/>
              </a:spcBef>
              <a:buClr>
                <a:srgbClr val="2c14de"/>
              </a:buClr>
              <a:buFont typeface="Arial"/>
              <a:buChar char="–"/>
              <a:tabLst>
                <a:tab algn="l" pos="0"/>
              </a:tabLst>
            </a:pPr>
            <a:r>
              <a:rPr b="1" lang="en-US" sz="3000" strike="noStrike" u="none">
                <a:solidFill>
                  <a:srgbClr val="2c14de"/>
                </a:solidFill>
                <a:effectLst/>
                <a:uFillTx/>
                <a:latin typeface="Calibri"/>
                <a:ea typeface="Calibri"/>
              </a:rPr>
              <a:t>Range of products </a:t>
            </a:r>
            <a:r>
              <a:rPr b="0" lang="en-US" sz="3000" strike="noStrike" u="none">
                <a:solidFill>
                  <a:schemeClr val="dk1"/>
                </a:solidFill>
                <a:effectLst/>
                <a:uFillTx/>
                <a:latin typeface="Calibri"/>
                <a:ea typeface="Calibri"/>
              </a:rPr>
              <a:t>based on </a:t>
            </a:r>
            <a:r>
              <a:rPr b="1" lang="en-US" sz="3000" strike="noStrike" u="none">
                <a:solidFill>
                  <a:srgbClr val="2c14de"/>
                </a:solidFill>
                <a:effectLst/>
                <a:uFillTx/>
                <a:latin typeface="Calibri"/>
                <a:ea typeface="Calibri"/>
              </a:rPr>
              <a:t>number of processors</a:t>
            </a:r>
            <a:endParaRPr b="0" lang="en-US" sz="3000" strike="noStrike" u="none">
              <a:solidFill>
                <a:srgbClr val="000000"/>
              </a:solidFill>
              <a:effectLst/>
              <a:uFillTx/>
              <a:latin typeface="Arial"/>
            </a:endParaRPr>
          </a:p>
        </p:txBody>
      </p:sp>
      <p:sp>
        <p:nvSpPr>
          <p:cNvPr id="268" name="Google Shape;233;p13"/>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9" name="PlaceHolder 1"/>
          <p:cNvSpPr>
            <a:spLocks noGrp="1"/>
          </p:cNvSpPr>
          <p:nvPr>
            <p:ph type="title"/>
          </p:nvPr>
        </p:nvSpPr>
        <p:spPr>
          <a:xfrm>
            <a:off x="0" y="0"/>
            <a:ext cx="9142560" cy="873360"/>
          </a:xfrm>
          <a:prstGeom prst="rect">
            <a:avLst/>
          </a:prstGeom>
          <a:noFill/>
          <a:ln w="0">
            <a:noFill/>
          </a:ln>
        </p:spPr>
        <p:txBody>
          <a:bodyPr lIns="91440" rIns="91440" tIns="45720" bIns="45720" anchor="ctr">
            <a:normAutofit fontScale="85000" lnSpcReduction="9999"/>
          </a:bodyPr>
          <a:p>
            <a:pPr indent="0" algn="ctr">
              <a:lnSpc>
                <a:spcPct val="100000"/>
              </a:lnSpc>
              <a:buNone/>
              <a:tabLst>
                <a:tab algn="l" pos="0"/>
              </a:tabLst>
            </a:pPr>
            <a:r>
              <a:rPr b="1" lang="en-US" sz="4000" strike="noStrike" u="none">
                <a:solidFill>
                  <a:srgbClr val="b80000"/>
                </a:solidFill>
                <a:effectLst/>
                <a:uFillTx/>
                <a:latin typeface="Calibri"/>
                <a:ea typeface="Calibri"/>
              </a:rPr>
              <a:t>Multithreading and Chip Multiprocessors</a:t>
            </a:r>
            <a:endParaRPr b="0" lang="en-US" sz="4000" strike="noStrike" u="none">
              <a:solidFill>
                <a:srgbClr val="000000"/>
              </a:solidFill>
              <a:effectLst/>
              <a:uFillTx/>
              <a:latin typeface="Arial"/>
            </a:endParaRPr>
          </a:p>
        </p:txBody>
      </p:sp>
      <p:sp>
        <p:nvSpPr>
          <p:cNvPr id="270" name="PlaceHolder 2"/>
          <p:cNvSpPr>
            <a:spLocks noGrp="1"/>
          </p:cNvSpPr>
          <p:nvPr>
            <p:ph/>
          </p:nvPr>
        </p:nvSpPr>
        <p:spPr>
          <a:xfrm>
            <a:off x="76320" y="990720"/>
            <a:ext cx="9066240" cy="5865840"/>
          </a:xfrm>
          <a:prstGeom prst="rect">
            <a:avLst/>
          </a:prstGeom>
          <a:noFill/>
          <a:ln w="0">
            <a:noFill/>
          </a:ln>
        </p:spPr>
        <p:txBody>
          <a:bodyPr lIns="91440" rIns="91440" tIns="45720" bIns="45720" anchor="t">
            <a:normAutofit/>
          </a:bodyPr>
          <a:p>
            <a:pPr marL="343080" indent="-343080" algn="just">
              <a:lnSpc>
                <a:spcPct val="100000"/>
              </a:lnSpc>
              <a:buClr>
                <a:srgbClr val="2c14de"/>
              </a:buClr>
              <a:buFont typeface="Arial"/>
              <a:buChar char="•"/>
            </a:pPr>
            <a:r>
              <a:rPr b="1" lang="en-US" sz="3200" strike="noStrike" u="none">
                <a:solidFill>
                  <a:srgbClr val="2c14de"/>
                </a:solidFill>
                <a:effectLst/>
                <a:uFillTx/>
                <a:latin typeface="Calibri"/>
                <a:ea typeface="Calibri"/>
              </a:rPr>
              <a:t>Instruction stream </a:t>
            </a:r>
            <a:r>
              <a:rPr b="0" lang="en-US" sz="3200" strike="noStrike" u="none">
                <a:solidFill>
                  <a:schemeClr val="dk1"/>
                </a:solidFill>
                <a:effectLst/>
                <a:uFillTx/>
                <a:latin typeface="Calibri"/>
                <a:ea typeface="Calibri"/>
              </a:rPr>
              <a:t>divided into </a:t>
            </a:r>
            <a:r>
              <a:rPr b="1" lang="en-US" sz="3200" strike="noStrike" u="none">
                <a:solidFill>
                  <a:srgbClr val="2c14de"/>
                </a:solidFill>
                <a:effectLst/>
                <a:uFillTx/>
                <a:latin typeface="Calibri"/>
                <a:ea typeface="Calibri"/>
              </a:rPr>
              <a:t>smaller streams called </a:t>
            </a:r>
            <a:r>
              <a:rPr b="0" lang="en-US" sz="3200" strike="noStrike" u="none">
                <a:solidFill>
                  <a:srgbClr val="2c14de"/>
                </a:solidFill>
                <a:effectLst/>
                <a:uFillTx/>
                <a:latin typeface="Calibri"/>
                <a:ea typeface="Calibri"/>
              </a:rPr>
              <a:t> </a:t>
            </a:r>
            <a:r>
              <a:rPr b="1" lang="en-US" sz="3200" strike="noStrike" u="none">
                <a:solidFill>
                  <a:srgbClr val="2c14de"/>
                </a:solidFill>
                <a:effectLst/>
                <a:uFillTx/>
                <a:latin typeface="Calibri"/>
                <a:ea typeface="Calibri"/>
              </a:rPr>
              <a:t>“</a:t>
            </a:r>
            <a:r>
              <a:rPr b="1" lang="en-US" sz="3200" strike="noStrike" u="none">
                <a:solidFill>
                  <a:srgbClr val="960824"/>
                </a:solidFill>
                <a:effectLst/>
                <a:uFillTx/>
                <a:latin typeface="Calibri"/>
                <a:ea typeface="Calibri"/>
              </a:rPr>
              <a:t>threads</a:t>
            </a:r>
            <a:r>
              <a:rPr b="1" lang="en-US" sz="3200" strike="noStrike" u="none">
                <a:solidFill>
                  <a:srgbClr val="2c14de"/>
                </a:solidFill>
                <a:effectLst/>
                <a:uFillTx/>
                <a:latin typeface="Calibri"/>
                <a:ea typeface="Calibri"/>
              </a:rPr>
              <a:t>”</a:t>
            </a:r>
            <a:endParaRPr b="0" lang="en-US" sz="3200" strike="noStrike" u="none">
              <a:solidFill>
                <a:srgbClr val="000000"/>
              </a:solidFill>
              <a:effectLst/>
              <a:uFillTx/>
              <a:latin typeface="Arial"/>
            </a:endParaRPr>
          </a:p>
          <a:p>
            <a:pPr marL="343080" indent="-139680">
              <a:lnSpc>
                <a:spcPct val="100000"/>
              </a:lnSpc>
              <a:spcBef>
                <a:spcPts val="641"/>
              </a:spcBef>
              <a:buNone/>
              <a:tabLst>
                <a:tab algn="l" pos="0"/>
              </a:tabLst>
            </a:pPr>
            <a:endParaRPr b="0" lang="en-US" sz="3200" strike="noStrike" u="none">
              <a:solidFill>
                <a:srgbClr val="000000"/>
              </a:solidFill>
              <a:effectLst/>
              <a:uFillTx/>
              <a:latin typeface="Arial"/>
            </a:endParaRPr>
          </a:p>
          <a:p>
            <a:pPr marL="343080" indent="-343080">
              <a:lnSpc>
                <a:spcPct val="100000"/>
              </a:lnSpc>
              <a:spcBef>
                <a:spcPts val="641"/>
              </a:spcBef>
              <a:buClr>
                <a:srgbClr val="2c14de"/>
              </a:buClr>
              <a:buFont typeface="Arial"/>
              <a:buChar char="•"/>
              <a:tabLst>
                <a:tab algn="l" pos="0"/>
              </a:tabLst>
            </a:pPr>
            <a:r>
              <a:rPr b="1" lang="en-US" sz="3200" strike="noStrike" u="none">
                <a:solidFill>
                  <a:srgbClr val="2c14de"/>
                </a:solidFill>
                <a:effectLst/>
                <a:uFillTx/>
                <a:latin typeface="Calibri"/>
                <a:ea typeface="Calibri"/>
              </a:rPr>
              <a:t>Executed</a:t>
            </a:r>
            <a:r>
              <a:rPr b="0" lang="en-US" sz="3200" strike="noStrike" u="none">
                <a:solidFill>
                  <a:schemeClr val="dk1"/>
                </a:solidFill>
                <a:effectLst/>
                <a:uFillTx/>
                <a:latin typeface="Calibri"/>
                <a:ea typeface="Calibri"/>
              </a:rPr>
              <a:t> in </a:t>
            </a:r>
            <a:r>
              <a:rPr b="1" lang="en-US" sz="3200" strike="noStrike" u="none">
                <a:solidFill>
                  <a:srgbClr val="2c14de"/>
                </a:solidFill>
                <a:effectLst/>
                <a:uFillTx/>
                <a:latin typeface="Calibri"/>
                <a:ea typeface="Calibri"/>
              </a:rPr>
              <a:t>parallel</a:t>
            </a:r>
            <a:endParaRPr b="0" lang="en-US" sz="3200" strike="noStrike" u="none">
              <a:solidFill>
                <a:srgbClr val="000000"/>
              </a:solidFill>
              <a:effectLst/>
              <a:uFillTx/>
              <a:latin typeface="Arial"/>
            </a:endParaRPr>
          </a:p>
          <a:p>
            <a:pPr marL="343080" indent="-139680">
              <a:lnSpc>
                <a:spcPct val="100000"/>
              </a:lnSpc>
              <a:spcBef>
                <a:spcPts val="641"/>
              </a:spcBef>
              <a:buNone/>
              <a:tabLst>
                <a:tab algn="l" pos="0"/>
              </a:tabLst>
            </a:pPr>
            <a:endParaRPr b="0" lang="en-US" sz="3200" strike="noStrike" u="none">
              <a:solidFill>
                <a:srgbClr val="000000"/>
              </a:solidFill>
              <a:effectLst/>
              <a:uFillTx/>
              <a:latin typeface="Arial"/>
            </a:endParaRPr>
          </a:p>
        </p:txBody>
      </p:sp>
      <p:sp>
        <p:nvSpPr>
          <p:cNvPr id="271" name="Google Shape;247;p15"/>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2" name="PlaceHolder 1"/>
          <p:cNvSpPr>
            <a:spLocks noGrp="1"/>
          </p:cNvSpPr>
          <p:nvPr>
            <p:ph type="title"/>
          </p:nvPr>
        </p:nvSpPr>
        <p:spPr>
          <a:xfrm>
            <a:off x="0" y="0"/>
            <a:ext cx="9142560" cy="885240"/>
          </a:xfrm>
          <a:prstGeom prst="rect">
            <a:avLst/>
          </a:prstGeom>
          <a:noFill/>
          <a:ln w="0">
            <a:noFill/>
          </a:ln>
        </p:spPr>
        <p:txBody>
          <a:bodyPr lIns="91440" rIns="91440" tIns="45720" bIns="45720" anchor="ctr">
            <a:normAutofit fontScale="85000" lnSpcReduction="9999"/>
          </a:bodyPr>
          <a:p>
            <a:pPr indent="0" algn="ctr">
              <a:lnSpc>
                <a:spcPct val="100000"/>
              </a:lnSpc>
              <a:buNone/>
              <a:tabLst>
                <a:tab algn="l" pos="0"/>
              </a:tabLst>
            </a:pPr>
            <a:r>
              <a:rPr b="1" lang="en-US" sz="4400" strike="noStrike" u="none">
                <a:solidFill>
                  <a:srgbClr val="b80000"/>
                </a:solidFill>
                <a:effectLst/>
                <a:uFillTx/>
                <a:latin typeface="Calibri"/>
                <a:ea typeface="Calibri"/>
              </a:rPr>
              <a:t>Taxonomy of Processor Architectures</a:t>
            </a:r>
            <a:endParaRPr b="0" lang="en-US" sz="4400" strike="noStrike" u="none">
              <a:solidFill>
                <a:srgbClr val="000000"/>
              </a:solidFill>
              <a:effectLst/>
              <a:uFillTx/>
              <a:latin typeface="Arial"/>
            </a:endParaRPr>
          </a:p>
        </p:txBody>
      </p:sp>
      <p:pic>
        <p:nvPicPr>
          <p:cNvPr id="273" name="Google Shape;254;p16" descr=""/>
          <p:cNvPicPr/>
          <p:nvPr/>
        </p:nvPicPr>
        <p:blipFill>
          <a:blip r:embed="rId1"/>
          <a:srcRect l="0" t="0" r="0" b="13713"/>
          <a:stretch/>
        </p:blipFill>
        <p:spPr>
          <a:xfrm>
            <a:off x="372600" y="963000"/>
            <a:ext cx="8617680" cy="5789880"/>
          </a:xfrm>
          <a:prstGeom prst="rect">
            <a:avLst/>
          </a:prstGeom>
          <a:noFill/>
          <a:ln w="0">
            <a:noFill/>
          </a:ln>
        </p:spPr>
      </p:pic>
      <p:sp>
        <p:nvSpPr>
          <p:cNvPr id="274" name="Google Shape;255;p16"/>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sp>
        <p:nvSpPr>
          <p:cNvPr id="275" name="Google Shape;256;p16"/>
          <p:cNvSpPr/>
          <p:nvPr/>
        </p:nvSpPr>
        <p:spPr>
          <a:xfrm>
            <a:off x="304920" y="1981080"/>
            <a:ext cx="1751040" cy="1979640"/>
          </a:xfrm>
          <a:prstGeom prst="rect">
            <a:avLst/>
          </a:prstGeom>
          <a:solidFill>
            <a:srgbClr val="c35855">
              <a:alpha val="21000"/>
            </a:srgbClr>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US" sz="1400" strike="noStrike" u="none">
              <a:solidFill>
                <a:srgbClr val="ffffff"/>
              </a:solidFill>
              <a:effectLst/>
              <a:uFillTx/>
              <a:latin typeface="Arial"/>
            </a:endParaRPr>
          </a:p>
        </p:txBody>
      </p:sp>
      <p:sp>
        <p:nvSpPr>
          <p:cNvPr id="276" name="Google Shape;257;p16"/>
          <p:cNvSpPr/>
          <p:nvPr/>
        </p:nvSpPr>
        <p:spPr>
          <a:xfrm>
            <a:off x="2286000" y="1981080"/>
            <a:ext cx="6627960" cy="4799160"/>
          </a:xfrm>
          <a:prstGeom prst="rect">
            <a:avLst/>
          </a:prstGeom>
          <a:solidFill>
            <a:srgbClr val="4d7fbb">
              <a:alpha val="17000"/>
            </a:srgbClr>
          </a:solidFill>
          <a:ln w="0">
            <a:noFill/>
          </a:ln>
        </p:spPr>
        <p:style>
          <a:lnRef idx="0"/>
          <a:fillRef idx="0"/>
          <a:effectRef idx="0"/>
          <a:fontRef idx="minor"/>
        </p:style>
        <p:txBody>
          <a:bodyPr lIns="90000" rIns="90000" tIns="45000" bIns="45000" anchor="ctr">
            <a:noAutofit/>
          </a:bodyPr>
          <a:p>
            <a:pPr algn="ctr">
              <a:lnSpc>
                <a:spcPct val="100000"/>
              </a:lnSpc>
              <a:tabLst>
                <a:tab algn="l" pos="0"/>
              </a:tabLst>
            </a:pPr>
            <a:endParaRPr b="0" lang="en-US" sz="1400" strike="noStrike" u="none">
              <a:solidFill>
                <a:srgbClr val="ffffff"/>
              </a:solidFill>
              <a:effectLst/>
              <a:uFillTx/>
              <a:latin typeface="Arial"/>
            </a:endParaRPr>
          </a:p>
        </p:txBody>
      </p:sp>
      <p:sp>
        <p:nvSpPr>
          <p:cNvPr id="277" name="Google Shape;258;p16"/>
          <p:cNvSpPr/>
          <p:nvPr/>
        </p:nvSpPr>
        <p:spPr>
          <a:xfrm>
            <a:off x="6172200" y="5562720"/>
            <a:ext cx="1675080" cy="1217880"/>
          </a:xfrm>
          <a:prstGeom prst="ellipse">
            <a:avLst/>
          </a:prstGeom>
          <a:noFill/>
          <a:ln w="41275">
            <a:solidFill>
              <a:srgbClr val="b80000"/>
            </a:solidFill>
            <a:prstDash val="dash"/>
            <a:round/>
          </a:ln>
        </p:spPr>
        <p:style>
          <a:lnRef idx="0"/>
          <a:fillRef idx="0"/>
          <a:effectRef idx="0"/>
          <a:fontRef idx="minor"/>
        </p:style>
        <p:txBody>
          <a:bodyPr lIns="90000" rIns="90000" tIns="45000" bIns="45000" anchor="ctr">
            <a:noAutofit/>
          </a:bodyPr>
          <a:p>
            <a:pPr algn="ctr">
              <a:lnSpc>
                <a:spcPct val="100000"/>
              </a:lnSpc>
              <a:tabLst>
                <a:tab algn="l" pos="0"/>
              </a:tabLst>
            </a:pPr>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0" y="0"/>
            <a:ext cx="9142560" cy="912960"/>
          </a:xfrm>
          <a:prstGeom prst="rect">
            <a:avLst/>
          </a:prstGeom>
          <a:noFill/>
          <a:ln w="0">
            <a:noFill/>
          </a:ln>
        </p:spPr>
        <p:txBody>
          <a:bodyPr lIns="91440" rIns="91440" tIns="45720" bIns="45720" anchor="ctr">
            <a:normAutofit/>
          </a:bodyPr>
          <a:p>
            <a:pPr indent="0" algn="ctr">
              <a:lnSpc>
                <a:spcPct val="100000"/>
              </a:lnSpc>
              <a:buNone/>
              <a:tabLst>
                <a:tab algn="l" pos="0"/>
              </a:tabLst>
            </a:pPr>
            <a:r>
              <a:rPr b="1" lang="en-US" sz="4400" strike="noStrike" u="none">
                <a:solidFill>
                  <a:srgbClr val="b80000"/>
                </a:solidFill>
                <a:effectLst/>
                <a:uFillTx/>
                <a:latin typeface="Calibri"/>
                <a:ea typeface="Calibri"/>
              </a:rPr>
              <a:t>Tightly Coupled - NUMA</a:t>
            </a:r>
            <a:endParaRPr b="0" lang="en-US" sz="4400" strike="noStrike" u="none">
              <a:solidFill>
                <a:srgbClr val="000000"/>
              </a:solidFill>
              <a:effectLst/>
              <a:uFillTx/>
              <a:latin typeface="Arial"/>
            </a:endParaRPr>
          </a:p>
        </p:txBody>
      </p:sp>
      <p:sp>
        <p:nvSpPr>
          <p:cNvPr id="279" name="PlaceHolder 2"/>
          <p:cNvSpPr>
            <a:spLocks noGrp="1"/>
          </p:cNvSpPr>
          <p:nvPr>
            <p:ph/>
          </p:nvPr>
        </p:nvSpPr>
        <p:spPr>
          <a:xfrm>
            <a:off x="0" y="1066680"/>
            <a:ext cx="9142560" cy="5561280"/>
          </a:xfrm>
          <a:prstGeom prst="rect">
            <a:avLst/>
          </a:prstGeom>
          <a:noFill/>
          <a:ln w="0">
            <a:noFill/>
          </a:ln>
        </p:spPr>
        <p:txBody>
          <a:bodyPr lIns="91440" rIns="91440" tIns="45720" bIns="45720" anchor="t">
            <a:normAutofit/>
          </a:bodyPr>
          <a:p>
            <a:pPr marL="343080" indent="-343080">
              <a:lnSpc>
                <a:spcPct val="100000"/>
              </a:lnSpc>
              <a:buClr>
                <a:srgbClr val="2c14de"/>
              </a:buClr>
              <a:buFont typeface="Arial"/>
              <a:buChar char="•"/>
            </a:pPr>
            <a:r>
              <a:rPr b="1" lang="en-US" sz="3200" strike="noStrike" u="none">
                <a:solidFill>
                  <a:srgbClr val="2c14de"/>
                </a:solidFill>
                <a:effectLst/>
                <a:uFillTx/>
                <a:latin typeface="Calibri"/>
                <a:ea typeface="Calibri"/>
              </a:rPr>
              <a:t>Non-Uniform Memory Access </a:t>
            </a:r>
            <a:r>
              <a:rPr b="0" lang="en-US" sz="3200" strike="noStrike" u="none">
                <a:solidFill>
                  <a:srgbClr val="2c14de"/>
                </a:solidFill>
                <a:effectLst/>
                <a:uFillTx/>
                <a:latin typeface="Calibri"/>
                <a:ea typeface="Calibri"/>
              </a:rPr>
              <a:t>(</a:t>
            </a:r>
            <a:r>
              <a:rPr b="1" lang="en-US" sz="3200" strike="noStrike" u="none">
                <a:solidFill>
                  <a:srgbClr val="2c14de"/>
                </a:solidFill>
                <a:effectLst/>
                <a:uFillTx/>
                <a:latin typeface="Calibri"/>
                <a:ea typeface="Calibri"/>
              </a:rPr>
              <a:t>NUMA</a:t>
            </a:r>
            <a:r>
              <a:rPr b="0" lang="en-US" sz="3200" strike="noStrike" u="none">
                <a:solidFill>
                  <a:srgbClr val="2c14de"/>
                </a:solidFill>
                <a:effectLst/>
                <a:uFillTx/>
                <a:latin typeface="Calibri"/>
                <a:ea typeface="Calibri"/>
              </a:rPr>
              <a:t>)</a:t>
            </a:r>
            <a:endParaRPr b="0" lang="en-US" sz="3200" strike="noStrike" u="none">
              <a:solidFill>
                <a:srgbClr val="000000"/>
              </a:solidFill>
              <a:effectLst/>
              <a:uFillTx/>
              <a:latin typeface="Arial"/>
            </a:endParaRPr>
          </a:p>
          <a:p>
            <a:pPr lvl="1" marL="743040" indent="-285840">
              <a:lnSpc>
                <a:spcPct val="100000"/>
              </a:lnSpc>
              <a:spcBef>
                <a:spcPts val="1199"/>
              </a:spcBef>
              <a:buClr>
                <a:srgbClr val="2c14de"/>
              </a:buClr>
              <a:buFont typeface="Arial"/>
              <a:buChar char="–"/>
            </a:pPr>
            <a:r>
              <a:rPr b="0" lang="en-US" sz="3000" strike="noStrike" u="none">
                <a:solidFill>
                  <a:srgbClr val="2c14de"/>
                </a:solidFill>
                <a:effectLst/>
                <a:uFillTx/>
                <a:latin typeface="Calibri"/>
                <a:ea typeface="Calibri"/>
              </a:rPr>
              <a:t>Access times</a:t>
            </a:r>
            <a:r>
              <a:rPr b="0" lang="en-US" sz="3000" strike="noStrike" u="none">
                <a:solidFill>
                  <a:schemeClr val="dk1"/>
                </a:solidFill>
                <a:effectLst/>
                <a:uFillTx/>
                <a:latin typeface="Calibri"/>
                <a:ea typeface="Calibri"/>
              </a:rPr>
              <a:t> to </a:t>
            </a:r>
            <a:r>
              <a:rPr b="0" lang="en-US" sz="3000" strike="noStrike" u="none">
                <a:solidFill>
                  <a:srgbClr val="2c14de"/>
                </a:solidFill>
                <a:effectLst/>
                <a:uFillTx/>
                <a:latin typeface="Calibri"/>
                <a:ea typeface="Calibri"/>
              </a:rPr>
              <a:t>different regions</a:t>
            </a:r>
            <a:r>
              <a:rPr b="0" lang="en-US" sz="3000" strike="noStrike" u="none">
                <a:solidFill>
                  <a:schemeClr val="dk1"/>
                </a:solidFill>
                <a:effectLst/>
                <a:uFillTx/>
                <a:latin typeface="Calibri"/>
                <a:ea typeface="Calibri"/>
              </a:rPr>
              <a:t> of </a:t>
            </a:r>
            <a:r>
              <a:rPr b="0" lang="en-US" sz="3000" strike="noStrike" u="none">
                <a:solidFill>
                  <a:srgbClr val="2c14de"/>
                </a:solidFill>
                <a:effectLst/>
                <a:uFillTx/>
                <a:latin typeface="Calibri"/>
                <a:ea typeface="Calibri"/>
              </a:rPr>
              <a:t>memory</a:t>
            </a:r>
            <a:r>
              <a:rPr b="0" lang="en-US" sz="3000" strike="noStrike" u="none">
                <a:solidFill>
                  <a:schemeClr val="dk1"/>
                </a:solidFill>
                <a:effectLst/>
                <a:uFillTx/>
                <a:latin typeface="Calibri"/>
                <a:ea typeface="Calibri"/>
              </a:rPr>
              <a:t> </a:t>
            </a:r>
            <a:r>
              <a:rPr b="1" lang="en-US" sz="3000" strike="noStrike" u="none">
                <a:solidFill>
                  <a:srgbClr val="2c14de"/>
                </a:solidFill>
                <a:effectLst/>
                <a:uFillTx/>
                <a:latin typeface="Calibri"/>
                <a:ea typeface="Calibri"/>
              </a:rPr>
              <a:t>differs</a:t>
            </a:r>
            <a:endParaRPr b="0" lang="en-US" sz="3000" strike="noStrike" u="none">
              <a:solidFill>
                <a:srgbClr val="000000"/>
              </a:solidFill>
              <a:effectLst/>
              <a:uFillTx/>
              <a:latin typeface="Arial"/>
            </a:endParaRPr>
          </a:p>
        </p:txBody>
      </p:sp>
      <p:sp>
        <p:nvSpPr>
          <p:cNvPr id="280" name="Google Shape;266;p17"/>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0" y="-720"/>
            <a:ext cx="9142560" cy="836640"/>
          </a:xfrm>
          <a:prstGeom prst="rect">
            <a:avLst/>
          </a:prstGeom>
          <a:noFill/>
          <a:ln w="0">
            <a:noFill/>
          </a:ln>
        </p:spPr>
        <p:txBody>
          <a:bodyPr lIns="91440" rIns="91440" tIns="45720" bIns="45720" anchor="ctr">
            <a:noAutofit/>
          </a:bodyPr>
          <a:p>
            <a:pPr indent="0" algn="ctr">
              <a:lnSpc>
                <a:spcPct val="100000"/>
              </a:lnSpc>
              <a:buNone/>
              <a:tabLst>
                <a:tab algn="l" pos="0"/>
              </a:tabLst>
            </a:pPr>
            <a:r>
              <a:rPr b="1" lang="en-US" sz="3600" strike="noStrike" u="none">
                <a:solidFill>
                  <a:srgbClr val="b80000"/>
                </a:solidFill>
                <a:effectLst/>
                <a:uFillTx/>
                <a:latin typeface="Calibri"/>
                <a:ea typeface="Calibri"/>
              </a:rPr>
              <a:t>SunFire X4600M2 NUMA machine</a:t>
            </a:r>
            <a:endParaRPr b="0" lang="en-US" sz="3600" strike="noStrike" u="none">
              <a:solidFill>
                <a:srgbClr val="000000"/>
              </a:solidFill>
              <a:effectLst/>
              <a:uFillTx/>
              <a:latin typeface="Arial"/>
            </a:endParaRPr>
          </a:p>
        </p:txBody>
      </p:sp>
      <p:sp>
        <p:nvSpPr>
          <p:cNvPr id="282" name="Google Shape;273;p18"/>
          <p:cNvSpPr/>
          <p:nvPr/>
        </p:nvSpPr>
        <p:spPr>
          <a:xfrm>
            <a:off x="76320" y="86868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pic>
        <p:nvPicPr>
          <p:cNvPr id="283" name="Google Shape;274;p18" descr=""/>
          <p:cNvPicPr/>
          <p:nvPr/>
        </p:nvPicPr>
        <p:blipFill>
          <a:blip r:embed="rId1"/>
          <a:srcRect l="0" t="0" r="0" b="9560"/>
          <a:stretch/>
        </p:blipFill>
        <p:spPr>
          <a:xfrm>
            <a:off x="571680" y="1447920"/>
            <a:ext cx="8075880" cy="406980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0" y="0"/>
            <a:ext cx="9142560" cy="882360"/>
          </a:xfrm>
          <a:prstGeom prst="rect">
            <a:avLst/>
          </a:prstGeom>
          <a:noFill/>
          <a:ln w="0">
            <a:noFill/>
          </a:ln>
        </p:spPr>
        <p:txBody>
          <a:bodyPr lIns="91440" rIns="91440" tIns="45720" bIns="45720" anchor="ctr">
            <a:normAutofit fontScale="85000" lnSpcReduction="9999"/>
          </a:bodyPr>
          <a:p>
            <a:pPr indent="0" algn="ctr">
              <a:lnSpc>
                <a:spcPct val="100000"/>
              </a:lnSpc>
              <a:buNone/>
              <a:tabLst>
                <a:tab algn="l" pos="0"/>
              </a:tabLst>
            </a:pPr>
            <a:r>
              <a:rPr b="1" lang="en-US" sz="4400" strike="noStrike" u="none">
                <a:solidFill>
                  <a:srgbClr val="b80000"/>
                </a:solidFill>
                <a:effectLst/>
                <a:uFillTx/>
                <a:latin typeface="Calibri"/>
                <a:ea typeface="Calibri"/>
              </a:rPr>
              <a:t>Non-uniform Memory Access (NUMA)</a:t>
            </a:r>
            <a:endParaRPr b="0" lang="en-US" sz="4400" strike="noStrike" u="none">
              <a:solidFill>
                <a:srgbClr val="000000"/>
              </a:solidFill>
              <a:effectLst/>
              <a:uFillTx/>
              <a:latin typeface="Arial"/>
            </a:endParaRPr>
          </a:p>
        </p:txBody>
      </p:sp>
      <p:sp>
        <p:nvSpPr>
          <p:cNvPr id="285" name="PlaceHolder 2"/>
          <p:cNvSpPr>
            <a:spLocks noGrp="1"/>
          </p:cNvSpPr>
          <p:nvPr>
            <p:ph/>
          </p:nvPr>
        </p:nvSpPr>
        <p:spPr>
          <a:xfrm>
            <a:off x="0" y="990720"/>
            <a:ext cx="9066240" cy="5865840"/>
          </a:xfrm>
          <a:prstGeom prst="rect">
            <a:avLst/>
          </a:prstGeom>
          <a:noFill/>
          <a:ln w="0">
            <a:noFill/>
          </a:ln>
        </p:spPr>
        <p:txBody>
          <a:bodyPr lIns="91440" rIns="91440" tIns="45720" bIns="45720" anchor="t">
            <a:noAutofit/>
          </a:bodyPr>
          <a:p>
            <a:pPr marL="343080" indent="-343080">
              <a:lnSpc>
                <a:spcPct val="90000"/>
              </a:lnSpc>
              <a:buClr>
                <a:srgbClr val="b80000"/>
              </a:buClr>
              <a:buFont typeface="Arial"/>
              <a:buChar char="•"/>
            </a:pPr>
            <a:r>
              <a:rPr b="1" lang="en-US" sz="3000" strike="noStrike" u="none">
                <a:solidFill>
                  <a:srgbClr val="b80000"/>
                </a:solidFill>
                <a:effectLst/>
                <a:uFillTx/>
                <a:latin typeface="Calibri"/>
                <a:ea typeface="Calibri"/>
              </a:rPr>
              <a:t>Non-uniform memory access</a:t>
            </a:r>
            <a:endParaRPr b="0" lang="en-US" sz="3000" strike="noStrike" u="none">
              <a:solidFill>
                <a:srgbClr val="000000"/>
              </a:solidFill>
              <a:effectLst/>
              <a:uFillTx/>
              <a:latin typeface="Arial"/>
            </a:endParaRPr>
          </a:p>
          <a:p>
            <a:pPr lvl="1" marL="625320" indent="-355680" algn="just">
              <a:lnSpc>
                <a:spcPct val="90000"/>
              </a:lnSpc>
              <a:spcBef>
                <a:spcPts val="601"/>
              </a:spcBef>
              <a:buClr>
                <a:srgbClr val="000000"/>
              </a:buClr>
              <a:buFont typeface="Arial"/>
              <a:buChar char="–"/>
            </a:pPr>
            <a:r>
              <a:rPr b="0" lang="en-US" sz="3000" strike="noStrike" u="none">
                <a:solidFill>
                  <a:schemeClr val="dk1"/>
                </a:solidFill>
                <a:effectLst/>
                <a:uFillTx/>
                <a:latin typeface="Calibri"/>
                <a:ea typeface="Calibri"/>
              </a:rPr>
              <a:t>All </a:t>
            </a:r>
            <a:r>
              <a:rPr b="1" lang="en-US" sz="3000" strike="noStrike" u="sng">
                <a:solidFill>
                  <a:schemeClr val="dk1"/>
                </a:solidFill>
                <a:effectLst/>
                <a:uFillTx/>
                <a:latin typeface="Calibri"/>
                <a:ea typeface="Calibri"/>
              </a:rPr>
              <a:t>processors</a:t>
            </a:r>
            <a:r>
              <a:rPr b="0" lang="en-US" sz="3000" strike="noStrike" u="none">
                <a:solidFill>
                  <a:schemeClr val="dk1"/>
                </a:solidFill>
                <a:effectLst/>
                <a:uFillTx/>
                <a:latin typeface="Calibri"/>
                <a:ea typeface="Calibri"/>
              </a:rPr>
              <a:t> have </a:t>
            </a:r>
            <a:r>
              <a:rPr b="1" lang="en-US" sz="3000" strike="noStrike" u="none">
                <a:solidFill>
                  <a:schemeClr val="dk1"/>
                </a:solidFill>
                <a:effectLst/>
                <a:uFillTx/>
                <a:latin typeface="Calibri"/>
                <a:ea typeface="Calibri"/>
              </a:rPr>
              <a:t>access</a:t>
            </a:r>
            <a:r>
              <a:rPr b="0" lang="en-US" sz="3000" strike="noStrike" u="none">
                <a:solidFill>
                  <a:schemeClr val="dk1"/>
                </a:solidFill>
                <a:effectLst/>
                <a:uFillTx/>
                <a:latin typeface="Calibri"/>
                <a:ea typeface="Calibri"/>
              </a:rPr>
              <a:t> to </a:t>
            </a:r>
            <a:r>
              <a:rPr b="1" lang="en-US" sz="3000" strike="noStrike" u="sng">
                <a:solidFill>
                  <a:schemeClr val="dk1"/>
                </a:solidFill>
                <a:effectLst/>
                <a:uFillTx/>
                <a:latin typeface="Calibri"/>
                <a:ea typeface="Calibri"/>
              </a:rPr>
              <a:t>all parts of memory</a:t>
            </a:r>
            <a:endParaRPr b="0" lang="en-US" sz="3000" strike="noStrike" u="none">
              <a:solidFill>
                <a:srgbClr val="000000"/>
              </a:solidFill>
              <a:effectLst/>
              <a:uFillTx/>
              <a:latin typeface="Arial"/>
            </a:endParaRPr>
          </a:p>
          <a:p>
            <a:pPr lvl="1" marL="625320" indent="-355680" algn="just">
              <a:lnSpc>
                <a:spcPct val="90000"/>
              </a:lnSpc>
              <a:spcBef>
                <a:spcPts val="601"/>
              </a:spcBef>
              <a:buClr>
                <a:srgbClr val="2c14de"/>
              </a:buClr>
              <a:buFont typeface="Arial"/>
              <a:buChar char="–"/>
            </a:pPr>
            <a:r>
              <a:rPr b="1" lang="en-US" sz="3000" strike="noStrike" u="none">
                <a:solidFill>
                  <a:srgbClr val="2c14de"/>
                </a:solidFill>
                <a:effectLst/>
                <a:uFillTx/>
                <a:latin typeface="Calibri"/>
                <a:ea typeface="Calibri"/>
              </a:rPr>
              <a:t>Access time </a:t>
            </a:r>
            <a:r>
              <a:rPr b="0" lang="en-US" sz="3000" strike="noStrike" u="none">
                <a:solidFill>
                  <a:schemeClr val="dk1"/>
                </a:solidFill>
                <a:effectLst/>
                <a:uFillTx/>
                <a:latin typeface="Calibri"/>
                <a:ea typeface="Calibri"/>
              </a:rPr>
              <a:t>of processor </a:t>
            </a:r>
            <a:r>
              <a:rPr b="1" lang="en-US" sz="3000" strike="noStrike" u="none">
                <a:solidFill>
                  <a:srgbClr val="2c14de"/>
                </a:solidFill>
                <a:effectLst/>
                <a:uFillTx/>
                <a:latin typeface="Calibri"/>
                <a:ea typeface="Calibri"/>
              </a:rPr>
              <a:t>differs</a:t>
            </a:r>
            <a:r>
              <a:rPr b="0" lang="en-US" sz="3000" strike="noStrike" u="none">
                <a:solidFill>
                  <a:schemeClr val="dk1"/>
                </a:solidFill>
                <a:effectLst/>
                <a:uFillTx/>
                <a:latin typeface="Calibri"/>
                <a:ea typeface="Calibri"/>
              </a:rPr>
              <a:t> depending on </a:t>
            </a:r>
            <a:r>
              <a:rPr b="1" lang="en-US" sz="3000" strike="noStrike" u="none">
                <a:solidFill>
                  <a:srgbClr val="2c14de"/>
                </a:solidFill>
                <a:effectLst/>
                <a:uFillTx/>
                <a:latin typeface="Calibri"/>
                <a:ea typeface="Calibri"/>
              </a:rPr>
              <a:t>memory region </a:t>
            </a:r>
            <a:endParaRPr b="0" lang="en-US" sz="3000" strike="noStrike" u="none">
              <a:solidFill>
                <a:srgbClr val="000000"/>
              </a:solidFill>
              <a:effectLst/>
              <a:uFillTx/>
              <a:latin typeface="Arial"/>
            </a:endParaRPr>
          </a:p>
          <a:p>
            <a:pPr lvl="1" marL="625320" indent="-355680" algn="just">
              <a:lnSpc>
                <a:spcPct val="90000"/>
              </a:lnSpc>
              <a:spcBef>
                <a:spcPts val="601"/>
              </a:spcBef>
              <a:buClr>
                <a:srgbClr val="2c14de"/>
              </a:buClr>
              <a:buFont typeface="Arial"/>
              <a:buChar char="–"/>
            </a:pPr>
            <a:r>
              <a:rPr b="1" lang="en-US" sz="3000" strike="noStrike" u="none">
                <a:solidFill>
                  <a:srgbClr val="2c14de"/>
                </a:solidFill>
                <a:effectLst/>
                <a:uFillTx/>
                <a:latin typeface="Calibri"/>
                <a:ea typeface="Calibri"/>
              </a:rPr>
              <a:t>Different processors </a:t>
            </a:r>
            <a:r>
              <a:rPr b="0" lang="en-US" sz="3000" strike="noStrike" u="none">
                <a:solidFill>
                  <a:schemeClr val="dk1"/>
                </a:solidFill>
                <a:effectLst/>
                <a:uFillTx/>
                <a:latin typeface="Calibri"/>
                <a:ea typeface="Calibri"/>
              </a:rPr>
              <a:t>access </a:t>
            </a:r>
            <a:r>
              <a:rPr b="1" lang="en-US" sz="3000" strike="noStrike" u="none">
                <a:solidFill>
                  <a:srgbClr val="2c14de"/>
                </a:solidFill>
                <a:effectLst/>
                <a:uFillTx/>
                <a:latin typeface="Calibri"/>
                <a:ea typeface="Calibri"/>
              </a:rPr>
              <a:t>different regions </a:t>
            </a:r>
            <a:r>
              <a:rPr b="0" lang="en-US" sz="3000" strike="noStrike" u="none">
                <a:solidFill>
                  <a:schemeClr val="dk1"/>
                </a:solidFill>
                <a:effectLst/>
                <a:uFillTx/>
                <a:latin typeface="Calibri"/>
                <a:ea typeface="Calibri"/>
              </a:rPr>
              <a:t>of memory at</a:t>
            </a:r>
            <a:r>
              <a:rPr b="0" lang="en-US" sz="3000" strike="noStrike" u="none">
                <a:solidFill>
                  <a:srgbClr val="2c14de"/>
                </a:solidFill>
                <a:effectLst/>
                <a:uFillTx/>
                <a:latin typeface="Calibri"/>
                <a:ea typeface="Calibri"/>
              </a:rPr>
              <a:t> </a:t>
            </a:r>
            <a:r>
              <a:rPr b="1" lang="en-US" sz="3000" strike="noStrike" u="none">
                <a:solidFill>
                  <a:srgbClr val="2c14de"/>
                </a:solidFill>
                <a:effectLst/>
                <a:uFillTx/>
                <a:latin typeface="Calibri"/>
                <a:ea typeface="Calibri"/>
              </a:rPr>
              <a:t>different speeds</a:t>
            </a:r>
            <a:endParaRPr b="0" lang="en-US" sz="3000" strike="noStrike" u="none">
              <a:solidFill>
                <a:srgbClr val="000000"/>
              </a:solidFill>
              <a:effectLst/>
              <a:uFillTx/>
              <a:latin typeface="Arial"/>
            </a:endParaRPr>
          </a:p>
          <a:p>
            <a:pPr marL="743040" indent="-95400">
              <a:lnSpc>
                <a:spcPct val="90000"/>
              </a:lnSpc>
              <a:spcBef>
                <a:spcPts val="601"/>
              </a:spcBef>
              <a:buNone/>
              <a:tabLst>
                <a:tab algn="l" pos="0"/>
              </a:tabLst>
            </a:pPr>
            <a:endParaRPr b="0" lang="en-US" sz="3000" strike="noStrike" u="none">
              <a:solidFill>
                <a:srgbClr val="000000"/>
              </a:solidFill>
              <a:effectLst/>
              <a:uFillTx/>
              <a:latin typeface="Arial"/>
            </a:endParaRPr>
          </a:p>
          <a:p>
            <a:pPr marL="343080" indent="-343080">
              <a:lnSpc>
                <a:spcPct val="90000"/>
              </a:lnSpc>
              <a:spcBef>
                <a:spcPts val="601"/>
              </a:spcBef>
              <a:buClr>
                <a:srgbClr val="b80000"/>
              </a:buClr>
              <a:buFont typeface="Arial"/>
              <a:buChar char="•"/>
              <a:tabLst>
                <a:tab algn="l" pos="0"/>
              </a:tabLst>
            </a:pPr>
            <a:r>
              <a:rPr b="1" lang="en-US" sz="3000" strike="noStrike" u="none">
                <a:solidFill>
                  <a:srgbClr val="b80000"/>
                </a:solidFill>
                <a:effectLst/>
                <a:uFillTx/>
                <a:latin typeface="Calibri"/>
                <a:ea typeface="Calibri"/>
              </a:rPr>
              <a:t>Cache-coherent NUMA (cc-NUMA)</a:t>
            </a:r>
            <a:endParaRPr b="0" lang="en-US" sz="3000" strike="noStrike" u="none">
              <a:solidFill>
                <a:srgbClr val="000000"/>
              </a:solidFill>
              <a:effectLst/>
              <a:uFillTx/>
              <a:latin typeface="Arial"/>
            </a:endParaRPr>
          </a:p>
          <a:p>
            <a:pPr lvl="1" marL="743040" indent="-285840" algn="just">
              <a:lnSpc>
                <a:spcPct val="90000"/>
              </a:lnSpc>
              <a:spcBef>
                <a:spcPts val="601"/>
              </a:spcBef>
              <a:buClr>
                <a:srgbClr val="2c14de"/>
              </a:buClr>
              <a:buFont typeface="Arial"/>
              <a:buChar char="–"/>
              <a:tabLst>
                <a:tab algn="l" pos="0"/>
              </a:tabLst>
            </a:pPr>
            <a:r>
              <a:rPr b="1" lang="en-US" sz="3000" strike="noStrike" u="sng">
                <a:solidFill>
                  <a:srgbClr val="2c14de"/>
                </a:solidFill>
                <a:effectLst/>
                <a:uFillTx/>
                <a:latin typeface="Calibri"/>
                <a:ea typeface="Calibri"/>
              </a:rPr>
              <a:t>Cache coherence </a:t>
            </a:r>
            <a:r>
              <a:rPr b="0" lang="en-US" sz="3000" strike="noStrike" u="none">
                <a:solidFill>
                  <a:schemeClr val="dk1"/>
                </a:solidFill>
                <a:effectLst/>
                <a:uFillTx/>
                <a:latin typeface="Calibri"/>
                <a:ea typeface="Calibri"/>
              </a:rPr>
              <a:t>is </a:t>
            </a:r>
            <a:r>
              <a:rPr b="1" lang="en-US" sz="3000" strike="noStrike" u="none">
                <a:solidFill>
                  <a:srgbClr val="2c14de"/>
                </a:solidFill>
                <a:effectLst/>
                <a:uFillTx/>
                <a:latin typeface="Calibri"/>
                <a:ea typeface="Calibri"/>
              </a:rPr>
              <a:t>maintained</a:t>
            </a:r>
            <a:r>
              <a:rPr b="0" lang="en-US" sz="3000" strike="noStrike" u="none">
                <a:solidFill>
                  <a:schemeClr val="dk1"/>
                </a:solidFill>
                <a:effectLst/>
                <a:uFillTx/>
                <a:latin typeface="Calibri"/>
                <a:ea typeface="Calibri"/>
              </a:rPr>
              <a:t> among the </a:t>
            </a:r>
            <a:r>
              <a:rPr b="1" lang="en-US" sz="3000" strike="noStrike" u="none">
                <a:solidFill>
                  <a:srgbClr val="2c14de"/>
                </a:solidFill>
                <a:effectLst/>
                <a:uFillTx/>
                <a:latin typeface="Calibri"/>
                <a:ea typeface="Calibri"/>
              </a:rPr>
              <a:t>caches</a:t>
            </a:r>
            <a:r>
              <a:rPr b="1" lang="en-US" sz="3000" strike="noStrike" u="none">
                <a:solidFill>
                  <a:schemeClr val="dk1"/>
                </a:solidFill>
                <a:effectLst/>
                <a:uFillTx/>
                <a:latin typeface="Calibri"/>
                <a:ea typeface="Calibri"/>
              </a:rPr>
              <a:t> </a:t>
            </a:r>
            <a:r>
              <a:rPr b="0" lang="en-US" sz="3000" strike="noStrike" u="none">
                <a:solidFill>
                  <a:schemeClr val="dk1"/>
                </a:solidFill>
                <a:effectLst/>
                <a:uFillTx/>
                <a:latin typeface="Calibri"/>
                <a:ea typeface="Calibri"/>
              </a:rPr>
              <a:t>of the </a:t>
            </a:r>
            <a:r>
              <a:rPr b="1" lang="en-US" sz="3000" strike="noStrike" u="none">
                <a:solidFill>
                  <a:srgbClr val="2c14de"/>
                </a:solidFill>
                <a:effectLst/>
                <a:uFillTx/>
                <a:latin typeface="Calibri"/>
                <a:ea typeface="Calibri"/>
              </a:rPr>
              <a:t>various processors</a:t>
            </a:r>
            <a:endParaRPr b="0" lang="en-US" sz="3000" strike="noStrike" u="none">
              <a:solidFill>
                <a:srgbClr val="000000"/>
              </a:solidFill>
              <a:effectLst/>
              <a:uFillTx/>
              <a:latin typeface="Arial"/>
            </a:endParaRPr>
          </a:p>
        </p:txBody>
      </p:sp>
      <p:sp>
        <p:nvSpPr>
          <p:cNvPr id="286" name="Google Shape;281;p19"/>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0" y="0"/>
            <a:ext cx="9142560" cy="760680"/>
          </a:xfrm>
          <a:prstGeom prst="rect">
            <a:avLst/>
          </a:prstGeom>
          <a:noFill/>
          <a:ln w="0">
            <a:noFill/>
          </a:ln>
        </p:spPr>
        <p:txBody>
          <a:bodyPr lIns="91440" rIns="91440" tIns="45720" bIns="45720" anchor="ctr">
            <a:normAutofit lnSpcReduction="9999"/>
          </a:bodyPr>
          <a:p>
            <a:pPr indent="0" algn="ctr">
              <a:lnSpc>
                <a:spcPct val="100000"/>
              </a:lnSpc>
              <a:buNone/>
              <a:tabLst>
                <a:tab algn="l" pos="0"/>
              </a:tabLst>
            </a:pPr>
            <a:r>
              <a:rPr b="1" lang="en-US" sz="4400" strike="noStrike" u="none">
                <a:solidFill>
                  <a:srgbClr val="b80000"/>
                </a:solidFill>
                <a:effectLst/>
                <a:uFillTx/>
                <a:latin typeface="Calibri"/>
                <a:ea typeface="Calibri"/>
              </a:rPr>
              <a:t>Motivation (Why NUMA)</a:t>
            </a:r>
            <a:endParaRPr b="0" lang="en-US" sz="4400" strike="noStrike" u="none">
              <a:solidFill>
                <a:srgbClr val="000000"/>
              </a:solidFill>
              <a:effectLst/>
              <a:uFillTx/>
              <a:latin typeface="Arial"/>
            </a:endParaRPr>
          </a:p>
        </p:txBody>
      </p:sp>
      <p:sp>
        <p:nvSpPr>
          <p:cNvPr id="288" name="PlaceHolder 2"/>
          <p:cNvSpPr>
            <a:spLocks noGrp="1"/>
          </p:cNvSpPr>
          <p:nvPr>
            <p:ph/>
          </p:nvPr>
        </p:nvSpPr>
        <p:spPr>
          <a:xfrm>
            <a:off x="24840" y="914400"/>
            <a:ext cx="9041400" cy="5865840"/>
          </a:xfrm>
          <a:prstGeom prst="rect">
            <a:avLst/>
          </a:prstGeom>
          <a:noFill/>
          <a:ln w="0">
            <a:noFill/>
          </a:ln>
        </p:spPr>
        <p:txBody>
          <a:bodyPr lIns="91440" rIns="91440" tIns="45720" bIns="45720" anchor="t">
            <a:noAutofit/>
          </a:bodyPr>
          <a:p>
            <a:pPr marL="343080" indent="-343080">
              <a:lnSpc>
                <a:spcPct val="100000"/>
              </a:lnSpc>
              <a:buClr>
                <a:srgbClr val="2c14de"/>
              </a:buClr>
              <a:buFont typeface="Arial"/>
              <a:buChar char="•"/>
            </a:pPr>
            <a:r>
              <a:rPr b="1" lang="en-US" sz="3000" strike="noStrike" u="none">
                <a:solidFill>
                  <a:srgbClr val="2c14de"/>
                </a:solidFill>
                <a:effectLst/>
                <a:uFillTx/>
                <a:latin typeface="Calibri"/>
                <a:ea typeface="Calibri"/>
              </a:rPr>
              <a:t>SMP</a:t>
            </a:r>
            <a:r>
              <a:rPr b="0" lang="en-US" sz="3000" strike="noStrike" u="none">
                <a:solidFill>
                  <a:schemeClr val="dk1"/>
                </a:solidFill>
                <a:effectLst/>
                <a:uFillTx/>
                <a:latin typeface="Calibri"/>
                <a:ea typeface="Calibri"/>
              </a:rPr>
              <a:t> has </a:t>
            </a:r>
            <a:r>
              <a:rPr b="1" lang="en-US" sz="3000" strike="noStrike" u="none">
                <a:solidFill>
                  <a:srgbClr val="2c14de"/>
                </a:solidFill>
                <a:effectLst/>
                <a:uFillTx/>
                <a:latin typeface="Calibri"/>
                <a:ea typeface="Calibri"/>
              </a:rPr>
              <a:t>practical limit</a:t>
            </a:r>
            <a:r>
              <a:rPr b="0" lang="en-US" sz="3000" strike="noStrike" u="none">
                <a:solidFill>
                  <a:schemeClr val="dk1"/>
                </a:solidFill>
                <a:effectLst/>
                <a:uFillTx/>
                <a:latin typeface="Calibri"/>
                <a:ea typeface="Calibri"/>
              </a:rPr>
              <a:t> to </a:t>
            </a:r>
            <a:r>
              <a:rPr b="1" lang="en-US" sz="3000" strike="noStrike" u="none">
                <a:solidFill>
                  <a:srgbClr val="2c14de"/>
                </a:solidFill>
                <a:effectLst/>
                <a:uFillTx/>
                <a:latin typeface="Calibri"/>
                <a:ea typeface="Calibri"/>
              </a:rPr>
              <a:t>number</a:t>
            </a:r>
            <a:r>
              <a:rPr b="0" lang="en-US" sz="3000" strike="noStrike" u="none">
                <a:solidFill>
                  <a:srgbClr val="2c14de"/>
                </a:solidFill>
                <a:effectLst/>
                <a:uFillTx/>
                <a:latin typeface="Calibri"/>
                <a:ea typeface="Calibri"/>
              </a:rPr>
              <a:t> </a:t>
            </a:r>
            <a:r>
              <a:rPr b="0" lang="en-US" sz="3000" strike="noStrike" u="none">
                <a:solidFill>
                  <a:schemeClr val="dk1"/>
                </a:solidFill>
                <a:effectLst/>
                <a:uFillTx/>
                <a:latin typeface="Calibri"/>
                <a:ea typeface="Calibri"/>
              </a:rPr>
              <a:t>of</a:t>
            </a:r>
            <a:r>
              <a:rPr b="0" lang="en-US" sz="3000" strike="noStrike" u="none">
                <a:solidFill>
                  <a:srgbClr val="2c14de"/>
                </a:solidFill>
                <a:effectLst/>
                <a:uFillTx/>
                <a:latin typeface="Calibri"/>
                <a:ea typeface="Calibri"/>
              </a:rPr>
              <a:t> </a:t>
            </a:r>
            <a:r>
              <a:rPr b="1" lang="en-US" sz="3000" strike="noStrike" u="none">
                <a:solidFill>
                  <a:srgbClr val="2c14de"/>
                </a:solidFill>
                <a:effectLst/>
                <a:uFillTx/>
                <a:latin typeface="Calibri"/>
                <a:ea typeface="Calibri"/>
              </a:rPr>
              <a:t>processors</a:t>
            </a:r>
            <a:endParaRPr b="0" lang="en-US" sz="3000" strike="noStrike" u="none">
              <a:solidFill>
                <a:srgbClr val="000000"/>
              </a:solidFill>
              <a:effectLst/>
              <a:uFillTx/>
              <a:latin typeface="Arial"/>
            </a:endParaRPr>
          </a:p>
          <a:p>
            <a:pPr lvl="1" marL="743040" indent="-285840">
              <a:lnSpc>
                <a:spcPct val="100000"/>
              </a:lnSpc>
              <a:buClr>
                <a:srgbClr val="000000"/>
              </a:buClr>
              <a:buFont typeface="Arial"/>
              <a:buChar char="–"/>
            </a:pPr>
            <a:r>
              <a:rPr b="0" lang="en-US" sz="3000" strike="noStrike" u="none">
                <a:solidFill>
                  <a:schemeClr val="dk1"/>
                </a:solidFill>
                <a:effectLst/>
                <a:uFillTx/>
                <a:latin typeface="Calibri"/>
                <a:ea typeface="Calibri"/>
              </a:rPr>
              <a:t>Bus traffic limits to between 16 and 64 processors</a:t>
            </a:r>
            <a:endParaRPr b="0" lang="en-US" sz="3000" strike="noStrike" u="none">
              <a:solidFill>
                <a:srgbClr val="000000"/>
              </a:solidFill>
              <a:effectLst/>
              <a:uFillTx/>
              <a:latin typeface="Arial"/>
            </a:endParaRPr>
          </a:p>
          <a:p>
            <a:pPr marL="743040" indent="-95400">
              <a:lnSpc>
                <a:spcPct val="100000"/>
              </a:lnSpc>
              <a:spcBef>
                <a:spcPts val="1199"/>
              </a:spcBef>
              <a:buNone/>
              <a:tabLst>
                <a:tab algn="l" pos="0"/>
              </a:tabLst>
            </a:pPr>
            <a:endParaRPr b="0" lang="en-US" sz="3000" strike="noStrike" u="none">
              <a:solidFill>
                <a:srgbClr val="000000"/>
              </a:solidFill>
              <a:effectLst/>
              <a:uFillTx/>
              <a:latin typeface="Arial"/>
            </a:endParaRPr>
          </a:p>
          <a:p>
            <a:pPr marL="343080" indent="-343080">
              <a:lnSpc>
                <a:spcPct val="100000"/>
              </a:lnSpc>
              <a:buClr>
                <a:srgbClr val="000000"/>
              </a:buClr>
              <a:buFont typeface="Arial"/>
              <a:buChar char="•"/>
              <a:tabLst>
                <a:tab algn="l" pos="0"/>
              </a:tabLst>
            </a:pPr>
            <a:r>
              <a:rPr b="0" lang="en-US" sz="3000" strike="noStrike" u="none">
                <a:solidFill>
                  <a:schemeClr val="dk1"/>
                </a:solidFill>
                <a:effectLst/>
                <a:uFillTx/>
                <a:latin typeface="Calibri"/>
                <a:ea typeface="Calibri"/>
              </a:rPr>
              <a:t>In </a:t>
            </a:r>
            <a:r>
              <a:rPr b="1" lang="en-US" sz="3000" strike="noStrike" u="none">
                <a:solidFill>
                  <a:srgbClr val="2c14de"/>
                </a:solidFill>
                <a:effectLst/>
                <a:uFillTx/>
                <a:latin typeface="Calibri"/>
                <a:ea typeface="Calibri"/>
              </a:rPr>
              <a:t>clusters</a:t>
            </a:r>
            <a:r>
              <a:rPr b="0" lang="en-US" sz="3000" strike="noStrike" u="none">
                <a:solidFill>
                  <a:schemeClr val="dk1"/>
                </a:solidFill>
                <a:effectLst/>
                <a:uFillTx/>
                <a:latin typeface="Calibri"/>
                <a:ea typeface="Calibri"/>
              </a:rPr>
              <a:t> each </a:t>
            </a:r>
            <a:r>
              <a:rPr b="1" lang="en-US" sz="3000" strike="noStrike" u="none">
                <a:solidFill>
                  <a:srgbClr val="2c14de"/>
                </a:solidFill>
                <a:effectLst/>
                <a:uFillTx/>
                <a:latin typeface="Calibri"/>
                <a:ea typeface="Calibri"/>
              </a:rPr>
              <a:t>node</a:t>
            </a:r>
            <a:r>
              <a:rPr b="0" lang="en-US" sz="3000" strike="noStrike" u="none">
                <a:solidFill>
                  <a:schemeClr val="dk1"/>
                </a:solidFill>
                <a:effectLst/>
                <a:uFillTx/>
                <a:latin typeface="Calibri"/>
                <a:ea typeface="Calibri"/>
              </a:rPr>
              <a:t> has </a:t>
            </a:r>
            <a:r>
              <a:rPr b="1" lang="en-US" sz="3000" strike="noStrike" u="none">
                <a:solidFill>
                  <a:srgbClr val="2c14de"/>
                </a:solidFill>
                <a:effectLst/>
                <a:uFillTx/>
                <a:latin typeface="Calibri"/>
                <a:ea typeface="Calibri"/>
              </a:rPr>
              <a:t>own memory</a:t>
            </a:r>
            <a:r>
              <a:rPr b="0" lang="en-US" sz="3000" strike="noStrike" u="none">
                <a:solidFill>
                  <a:srgbClr val="2c14de"/>
                </a:solidFill>
                <a:effectLst/>
                <a:uFillTx/>
                <a:latin typeface="Calibri"/>
                <a:ea typeface="Calibri"/>
              </a:rPr>
              <a:t>:</a:t>
            </a:r>
            <a:endParaRPr b="0" lang="en-US" sz="3000" strike="noStrike" u="none">
              <a:solidFill>
                <a:srgbClr val="000000"/>
              </a:solidFill>
              <a:effectLst/>
              <a:uFillTx/>
              <a:latin typeface="Arial"/>
            </a:endParaRPr>
          </a:p>
          <a:p>
            <a:pPr lvl="1" marL="743040" indent="-285840">
              <a:lnSpc>
                <a:spcPct val="100000"/>
              </a:lnSpc>
              <a:buClr>
                <a:srgbClr val="b80000"/>
              </a:buClr>
              <a:buFont typeface="Arial"/>
              <a:buChar char="–"/>
              <a:tabLst>
                <a:tab algn="l" pos="0"/>
              </a:tabLst>
            </a:pPr>
            <a:r>
              <a:rPr b="1" lang="en-US" sz="3000" strike="noStrike" u="none">
                <a:solidFill>
                  <a:srgbClr val="b80000"/>
                </a:solidFill>
                <a:effectLst/>
                <a:uFillTx/>
                <a:latin typeface="Calibri"/>
                <a:ea typeface="Calibri"/>
              </a:rPr>
              <a:t>Apps do not see large global memory</a:t>
            </a:r>
            <a:endParaRPr b="0" lang="en-US" sz="3000" strike="noStrike" u="none">
              <a:solidFill>
                <a:srgbClr val="000000"/>
              </a:solidFill>
              <a:effectLst/>
              <a:uFillTx/>
              <a:latin typeface="Arial"/>
            </a:endParaRPr>
          </a:p>
          <a:p>
            <a:pPr lvl="1" marL="743040" indent="-285840">
              <a:lnSpc>
                <a:spcPct val="100000"/>
              </a:lnSpc>
              <a:buClr>
                <a:srgbClr val="b80000"/>
              </a:buClr>
              <a:buFont typeface="Arial"/>
              <a:buChar char="–"/>
              <a:tabLst>
                <a:tab algn="l" pos="0"/>
              </a:tabLst>
            </a:pPr>
            <a:r>
              <a:rPr b="1" lang="en-US" sz="3000" strike="noStrike" u="none">
                <a:solidFill>
                  <a:srgbClr val="b80000"/>
                </a:solidFill>
                <a:effectLst/>
                <a:uFillTx/>
                <a:latin typeface="Calibri"/>
                <a:ea typeface="Calibri"/>
              </a:rPr>
              <a:t>Coherence maintained by software not hardware</a:t>
            </a:r>
            <a:endParaRPr b="0" lang="en-US" sz="3000" strike="noStrike" u="none">
              <a:solidFill>
                <a:srgbClr val="000000"/>
              </a:solidFill>
              <a:effectLst/>
              <a:uFillTx/>
              <a:latin typeface="Arial"/>
            </a:endParaRPr>
          </a:p>
          <a:p>
            <a:pPr marL="743040" indent="-95400">
              <a:lnSpc>
                <a:spcPct val="100000"/>
              </a:lnSpc>
              <a:spcBef>
                <a:spcPts val="1199"/>
              </a:spcBef>
              <a:buNone/>
              <a:tabLst>
                <a:tab algn="l" pos="0"/>
              </a:tabLst>
            </a:pPr>
            <a:endParaRPr b="0" lang="en-US" sz="3000" strike="noStrike" u="none">
              <a:solidFill>
                <a:srgbClr val="000000"/>
              </a:solidFill>
              <a:effectLst/>
              <a:uFillTx/>
              <a:latin typeface="Arial"/>
            </a:endParaRPr>
          </a:p>
          <a:p>
            <a:pPr marL="343080" indent="-343080">
              <a:lnSpc>
                <a:spcPct val="100000"/>
              </a:lnSpc>
              <a:buClr>
                <a:srgbClr val="008000"/>
              </a:buClr>
              <a:buFont typeface="Arial"/>
              <a:buChar char="•"/>
              <a:tabLst>
                <a:tab algn="l" pos="0"/>
              </a:tabLst>
            </a:pPr>
            <a:r>
              <a:rPr b="1" lang="en-US" sz="3000" strike="noStrike" u="none">
                <a:solidFill>
                  <a:srgbClr val="008000"/>
                </a:solidFill>
                <a:effectLst/>
                <a:uFillTx/>
                <a:latin typeface="Calibri"/>
                <a:ea typeface="Calibri"/>
              </a:rPr>
              <a:t>NUMA</a:t>
            </a:r>
            <a:r>
              <a:rPr b="0" lang="en-US" sz="3000" strike="noStrike" u="none">
                <a:solidFill>
                  <a:srgbClr val="008000"/>
                </a:solidFill>
                <a:effectLst/>
                <a:uFillTx/>
                <a:latin typeface="Calibri"/>
                <a:ea typeface="Calibri"/>
              </a:rPr>
              <a:t> </a:t>
            </a:r>
            <a:r>
              <a:rPr b="1" lang="en-US" sz="3000" strike="noStrike" u="none">
                <a:solidFill>
                  <a:srgbClr val="2c14de"/>
                </a:solidFill>
                <a:effectLst/>
                <a:uFillTx/>
                <a:latin typeface="Calibri"/>
                <a:ea typeface="Calibri"/>
              </a:rPr>
              <a:t>retains SMP flavour </a:t>
            </a:r>
            <a:r>
              <a:rPr b="0" lang="en-US" sz="3000" strike="noStrike" u="none">
                <a:solidFill>
                  <a:schemeClr val="dk1"/>
                </a:solidFill>
                <a:effectLst/>
                <a:uFillTx/>
                <a:latin typeface="Calibri"/>
                <a:ea typeface="Calibri"/>
              </a:rPr>
              <a:t>while giving </a:t>
            </a:r>
            <a:r>
              <a:rPr b="1" lang="en-US" sz="3000" strike="noStrike" u="none">
                <a:solidFill>
                  <a:srgbClr val="2c14de"/>
                </a:solidFill>
                <a:effectLst/>
                <a:uFillTx/>
                <a:latin typeface="Calibri"/>
                <a:ea typeface="Calibri"/>
              </a:rPr>
              <a:t>large scale multiprocessing</a:t>
            </a:r>
            <a:endParaRPr b="0" lang="en-US" sz="3000" strike="noStrike" u="none">
              <a:solidFill>
                <a:srgbClr val="000000"/>
              </a:solidFill>
              <a:effectLst/>
              <a:uFillTx/>
              <a:latin typeface="Arial"/>
            </a:endParaRPr>
          </a:p>
        </p:txBody>
      </p:sp>
      <p:sp>
        <p:nvSpPr>
          <p:cNvPr id="289" name="Google Shape;288;p20"/>
          <p:cNvSpPr/>
          <p:nvPr/>
        </p:nvSpPr>
        <p:spPr>
          <a:xfrm>
            <a:off x="76320" y="76212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0" name="PlaceHolder 1"/>
          <p:cNvSpPr>
            <a:spLocks noGrp="1"/>
          </p:cNvSpPr>
          <p:nvPr>
            <p:ph type="title"/>
          </p:nvPr>
        </p:nvSpPr>
        <p:spPr>
          <a:xfrm>
            <a:off x="0" y="-20520"/>
            <a:ext cx="9123480" cy="933480"/>
          </a:xfrm>
          <a:prstGeom prst="rect">
            <a:avLst/>
          </a:prstGeom>
          <a:noFill/>
          <a:ln w="0">
            <a:noFill/>
          </a:ln>
        </p:spPr>
        <p:txBody>
          <a:bodyPr lIns="91440" rIns="91440" tIns="45720" bIns="45720" anchor="ctr">
            <a:normAutofit/>
          </a:bodyPr>
          <a:p>
            <a:pPr indent="0" algn="ctr">
              <a:lnSpc>
                <a:spcPct val="100000"/>
              </a:lnSpc>
              <a:buNone/>
              <a:tabLst>
                <a:tab algn="l" pos="0"/>
              </a:tabLst>
            </a:pPr>
            <a:r>
              <a:rPr b="1" lang="en-US" sz="4400" strike="noStrike" u="none">
                <a:solidFill>
                  <a:srgbClr val="b80000"/>
                </a:solidFill>
                <a:effectLst/>
                <a:uFillTx/>
                <a:latin typeface="Calibri"/>
                <a:ea typeface="Calibri"/>
              </a:rPr>
              <a:t>CC-NUMA Organization</a:t>
            </a:r>
            <a:endParaRPr b="0" lang="en-US" sz="4400" strike="noStrike" u="none">
              <a:solidFill>
                <a:srgbClr val="000000"/>
              </a:solidFill>
              <a:effectLst/>
              <a:uFillTx/>
              <a:latin typeface="Arial"/>
            </a:endParaRPr>
          </a:p>
        </p:txBody>
      </p:sp>
      <p:sp>
        <p:nvSpPr>
          <p:cNvPr id="291" name="Google Shape;294;p21"/>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grpSp>
        <p:nvGrpSpPr>
          <p:cNvPr id="292" name="Google Shape;295;p21"/>
          <p:cNvGrpSpPr/>
          <p:nvPr/>
        </p:nvGrpSpPr>
        <p:grpSpPr>
          <a:xfrm>
            <a:off x="609480" y="1143000"/>
            <a:ext cx="8151840" cy="5666040"/>
            <a:chOff x="609480" y="1143000"/>
            <a:chExt cx="8151840" cy="5666040"/>
          </a:xfrm>
        </p:grpSpPr>
        <p:pic>
          <p:nvPicPr>
            <p:cNvPr id="293" name="Google Shape;296;p21" descr=""/>
            <p:cNvPicPr/>
            <p:nvPr/>
          </p:nvPicPr>
          <p:blipFill>
            <a:blip r:embed="rId1"/>
            <a:stretch/>
          </p:blipFill>
          <p:spPr>
            <a:xfrm>
              <a:off x="609480" y="1143000"/>
              <a:ext cx="7999560" cy="5666040"/>
            </a:xfrm>
            <a:prstGeom prst="rect">
              <a:avLst/>
            </a:prstGeom>
            <a:noFill/>
            <a:ln w="0">
              <a:noFill/>
            </a:ln>
          </p:spPr>
        </p:pic>
        <p:sp>
          <p:nvSpPr>
            <p:cNvPr id="294" name="Google Shape;297;p21"/>
            <p:cNvSpPr/>
            <p:nvPr/>
          </p:nvSpPr>
          <p:spPr>
            <a:xfrm>
              <a:off x="3328200" y="5919120"/>
              <a:ext cx="1089720" cy="684360"/>
            </a:xfrm>
            <a:prstGeom prst="ellipse">
              <a:avLst/>
            </a:prstGeom>
            <a:noFill/>
            <a:ln w="41275">
              <a:solidFill>
                <a:srgbClr val="b80000"/>
              </a:solidFill>
              <a:prstDash val="dash"/>
              <a:round/>
            </a:ln>
          </p:spPr>
          <p:style>
            <a:lnRef idx="0"/>
            <a:fillRef idx="0"/>
            <a:effectRef idx="0"/>
            <a:fontRef idx="minor"/>
          </p:style>
          <p:txBody>
            <a:bodyPr lIns="90000" rIns="90000" tIns="45000" bIns="45000" anchor="ctr">
              <a:noAutofit/>
            </a:bodyPr>
            <a:p>
              <a:pPr algn="ctr">
                <a:lnSpc>
                  <a:spcPct val="100000"/>
                </a:lnSpc>
                <a:tabLst>
                  <a:tab algn="l" pos="0"/>
                </a:tabLst>
              </a:pPr>
              <a:endParaRPr b="0" lang="en-US" sz="1400" strike="noStrike" u="none">
                <a:solidFill>
                  <a:srgbClr val="000000"/>
                </a:solidFill>
                <a:effectLst/>
                <a:uFillTx/>
                <a:latin typeface="Arial"/>
              </a:endParaRPr>
            </a:p>
          </p:txBody>
        </p:sp>
        <p:sp>
          <p:nvSpPr>
            <p:cNvPr id="295" name="Google Shape;298;p21"/>
            <p:cNvSpPr/>
            <p:nvPr/>
          </p:nvSpPr>
          <p:spPr>
            <a:xfrm>
              <a:off x="7696080" y="1905120"/>
              <a:ext cx="1065240" cy="684360"/>
            </a:xfrm>
            <a:prstGeom prst="ellipse">
              <a:avLst/>
            </a:prstGeom>
            <a:noFill/>
            <a:ln w="41275">
              <a:solidFill>
                <a:srgbClr val="b80000"/>
              </a:solidFill>
              <a:prstDash val="dash"/>
              <a:round/>
            </a:ln>
          </p:spPr>
          <p:style>
            <a:lnRef idx="0"/>
            <a:fillRef idx="0"/>
            <a:effectRef idx="0"/>
            <a:fontRef idx="minor"/>
          </p:style>
          <p:txBody>
            <a:bodyPr lIns="90000" rIns="90000" tIns="45000" bIns="45000" anchor="ctr">
              <a:noAutofit/>
            </a:bodyPr>
            <a:p>
              <a:pPr algn="ctr">
                <a:lnSpc>
                  <a:spcPct val="100000"/>
                </a:lnSpc>
                <a:tabLst>
                  <a:tab algn="l" pos="0"/>
                </a:tabLst>
              </a:pPr>
              <a:endParaRPr b="0" lang="en-US" sz="1400" strike="noStrike" u="none">
                <a:solidFill>
                  <a:srgbClr val="000000"/>
                </a:solidFill>
                <a:effectLst/>
                <a:uFillTx/>
                <a:latin typeface="Arial"/>
              </a:endParaRPr>
            </a:p>
          </p:txBody>
        </p:sp>
        <p:sp>
          <p:nvSpPr>
            <p:cNvPr id="296" name="Google Shape;299;p21"/>
            <p:cNvSpPr/>
            <p:nvPr/>
          </p:nvSpPr>
          <p:spPr>
            <a:xfrm>
              <a:off x="3352680" y="1905120"/>
              <a:ext cx="1065240" cy="684360"/>
            </a:xfrm>
            <a:prstGeom prst="ellipse">
              <a:avLst/>
            </a:prstGeom>
            <a:noFill/>
            <a:ln w="41275">
              <a:solidFill>
                <a:srgbClr val="b80000"/>
              </a:solidFill>
              <a:prstDash val="dash"/>
              <a:round/>
            </a:ln>
          </p:spPr>
          <p:style>
            <a:lnRef idx="0"/>
            <a:fillRef idx="0"/>
            <a:effectRef idx="0"/>
            <a:fontRef idx="minor"/>
          </p:style>
          <p:txBody>
            <a:bodyPr lIns="90000" rIns="90000" tIns="45000" bIns="45000" anchor="ctr">
              <a:noAutofit/>
            </a:bodyPr>
            <a:p>
              <a:pPr algn="ctr">
                <a:lnSpc>
                  <a:spcPct val="100000"/>
                </a:lnSpc>
                <a:tabLst>
                  <a:tab algn="l" pos="0"/>
                </a:tabLst>
              </a:pPr>
              <a:endParaRPr b="0" lang="en-US" sz="1400" strike="noStrike" u="none">
                <a:solidFill>
                  <a:srgbClr val="000000"/>
                </a:solidFill>
                <a:effectLst/>
                <a:uFillTx/>
                <a:latin typeface="Arial"/>
              </a:endParaRPr>
            </a:p>
          </p:txBody>
        </p:sp>
      </p:gr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7" name="" descr=""/>
          <p:cNvPicPr/>
          <p:nvPr/>
        </p:nvPicPr>
        <p:blipFill>
          <a:blip r:embed="rId1"/>
          <a:stretch/>
        </p:blipFill>
        <p:spPr>
          <a:xfrm>
            <a:off x="793800" y="54000"/>
            <a:ext cx="8229600" cy="6238080"/>
          </a:xfrm>
          <a:prstGeom prst="rect">
            <a:avLst/>
          </a:prstGeom>
          <a:noFill/>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title"/>
          </p:nvPr>
        </p:nvSpPr>
        <p:spPr>
          <a:xfrm>
            <a:off x="0" y="0"/>
            <a:ext cx="9151920" cy="836640"/>
          </a:xfrm>
          <a:prstGeom prst="rect">
            <a:avLst/>
          </a:prstGeom>
          <a:noFill/>
          <a:ln w="0">
            <a:noFill/>
          </a:ln>
        </p:spPr>
        <p:txBody>
          <a:bodyPr lIns="91440" rIns="91440" tIns="45720" bIns="45720" anchor="ctr">
            <a:normAutofit/>
          </a:bodyPr>
          <a:p>
            <a:pPr indent="0" algn="ctr">
              <a:lnSpc>
                <a:spcPct val="100000"/>
              </a:lnSpc>
              <a:buNone/>
              <a:tabLst>
                <a:tab algn="l" pos="0"/>
              </a:tabLst>
            </a:pPr>
            <a:r>
              <a:rPr b="1" lang="en-US" sz="4400" strike="noStrike" u="none">
                <a:solidFill>
                  <a:srgbClr val="b80000"/>
                </a:solidFill>
                <a:effectLst/>
                <a:uFillTx/>
                <a:latin typeface="Calibri"/>
                <a:ea typeface="Calibri"/>
              </a:rPr>
              <a:t>CC-NUMA Operation</a:t>
            </a:r>
            <a:endParaRPr b="0" lang="en-US" sz="4400" strike="noStrike" u="none">
              <a:solidFill>
                <a:srgbClr val="000000"/>
              </a:solidFill>
              <a:effectLst/>
              <a:uFillTx/>
              <a:latin typeface="Arial"/>
            </a:endParaRPr>
          </a:p>
        </p:txBody>
      </p:sp>
      <p:sp>
        <p:nvSpPr>
          <p:cNvPr id="299" name="PlaceHolder 2"/>
          <p:cNvSpPr>
            <a:spLocks noGrp="1"/>
          </p:cNvSpPr>
          <p:nvPr>
            <p:ph/>
          </p:nvPr>
        </p:nvSpPr>
        <p:spPr>
          <a:xfrm>
            <a:off x="76320" y="838080"/>
            <a:ext cx="8990280" cy="5942160"/>
          </a:xfrm>
          <a:prstGeom prst="rect">
            <a:avLst/>
          </a:prstGeom>
          <a:noFill/>
          <a:ln w="0">
            <a:noFill/>
          </a:ln>
        </p:spPr>
        <p:txBody>
          <a:bodyPr lIns="91440" rIns="91440" tIns="45720" bIns="45720" anchor="t">
            <a:noAutofit/>
          </a:bodyPr>
          <a:p>
            <a:pPr marL="514440" indent="-514440">
              <a:lnSpc>
                <a:spcPct val="90000"/>
              </a:lnSpc>
              <a:buClr>
                <a:srgbClr val="2c14de"/>
              </a:buClr>
              <a:buFont typeface="Arial"/>
              <a:buChar char="•"/>
            </a:pPr>
            <a:r>
              <a:rPr b="1" lang="en-US" sz="2800" strike="noStrike" u="none">
                <a:solidFill>
                  <a:srgbClr val="2c14de"/>
                </a:solidFill>
                <a:effectLst/>
                <a:uFillTx/>
                <a:latin typeface="Calibri"/>
                <a:ea typeface="Calibri"/>
              </a:rPr>
              <a:t>Each processor </a:t>
            </a:r>
            <a:r>
              <a:rPr b="0" lang="en-US" sz="2800" strike="noStrike" u="none">
                <a:solidFill>
                  <a:schemeClr val="dk1"/>
                </a:solidFill>
                <a:effectLst/>
                <a:uFillTx/>
                <a:latin typeface="Calibri"/>
                <a:ea typeface="Calibri"/>
              </a:rPr>
              <a:t>has </a:t>
            </a:r>
            <a:r>
              <a:rPr b="0" lang="en-US" sz="2800" strike="noStrike" u="none">
                <a:solidFill>
                  <a:srgbClr val="2c14de"/>
                </a:solidFill>
                <a:effectLst/>
                <a:uFillTx/>
                <a:latin typeface="Calibri"/>
                <a:ea typeface="Calibri"/>
              </a:rPr>
              <a:t>own </a:t>
            </a:r>
            <a:r>
              <a:rPr b="1" lang="en-US" sz="2800" strike="noStrike" u="none">
                <a:solidFill>
                  <a:srgbClr val="2c14de"/>
                </a:solidFill>
                <a:effectLst/>
                <a:uFillTx/>
                <a:latin typeface="Calibri"/>
                <a:ea typeface="Calibri"/>
              </a:rPr>
              <a:t>L1</a:t>
            </a:r>
            <a:r>
              <a:rPr b="0" lang="en-US" sz="2800" strike="noStrike" u="none">
                <a:solidFill>
                  <a:srgbClr val="2c14de"/>
                </a:solidFill>
                <a:effectLst/>
                <a:uFillTx/>
                <a:latin typeface="Calibri"/>
                <a:ea typeface="Calibri"/>
              </a:rPr>
              <a:t> </a:t>
            </a:r>
            <a:r>
              <a:rPr b="0" lang="en-US" sz="2800" strike="noStrike" u="none">
                <a:solidFill>
                  <a:schemeClr val="dk1"/>
                </a:solidFill>
                <a:effectLst/>
                <a:uFillTx/>
                <a:latin typeface="Calibri"/>
                <a:ea typeface="Calibri"/>
              </a:rPr>
              <a:t>and </a:t>
            </a:r>
            <a:r>
              <a:rPr b="1" lang="en-US" sz="2800" strike="noStrike" u="none">
                <a:solidFill>
                  <a:srgbClr val="2c14de"/>
                </a:solidFill>
                <a:effectLst/>
                <a:uFillTx/>
                <a:latin typeface="Calibri"/>
                <a:ea typeface="Calibri"/>
              </a:rPr>
              <a:t>L2</a:t>
            </a:r>
            <a:r>
              <a:rPr b="0" lang="en-US" sz="2800" strike="noStrike" u="none">
                <a:solidFill>
                  <a:srgbClr val="2c14de"/>
                </a:solidFill>
                <a:effectLst/>
                <a:uFillTx/>
                <a:latin typeface="Calibri"/>
                <a:ea typeface="Calibri"/>
              </a:rPr>
              <a:t> cache</a:t>
            </a:r>
            <a:endParaRPr b="0" lang="en-US" sz="2800" strike="noStrike" u="none">
              <a:solidFill>
                <a:srgbClr val="000000"/>
              </a:solidFill>
              <a:effectLst/>
              <a:uFillTx/>
              <a:latin typeface="Arial"/>
            </a:endParaRPr>
          </a:p>
          <a:p>
            <a:pPr marL="514440" indent="-514440">
              <a:lnSpc>
                <a:spcPct val="90000"/>
              </a:lnSpc>
              <a:spcBef>
                <a:spcPts val="641"/>
              </a:spcBef>
              <a:buClr>
                <a:srgbClr val="000000"/>
              </a:buClr>
              <a:buFont typeface="Arial"/>
              <a:buChar char="•"/>
            </a:pPr>
            <a:r>
              <a:rPr b="0" lang="en-US" sz="2800" strike="noStrike" u="none">
                <a:solidFill>
                  <a:schemeClr val="dk1"/>
                </a:solidFill>
                <a:effectLst/>
                <a:uFillTx/>
                <a:latin typeface="Calibri"/>
                <a:ea typeface="Calibri"/>
              </a:rPr>
              <a:t>Each </a:t>
            </a:r>
            <a:r>
              <a:rPr b="1" lang="en-US" sz="2800" strike="noStrike" u="none">
                <a:solidFill>
                  <a:srgbClr val="2c14de"/>
                </a:solidFill>
                <a:effectLst/>
                <a:uFillTx/>
                <a:latin typeface="Calibri"/>
                <a:ea typeface="Calibri"/>
              </a:rPr>
              <a:t>node</a:t>
            </a:r>
            <a:r>
              <a:rPr b="0" lang="en-US" sz="2800" strike="noStrike" u="none">
                <a:solidFill>
                  <a:schemeClr val="dk1"/>
                </a:solidFill>
                <a:effectLst/>
                <a:uFillTx/>
                <a:latin typeface="Calibri"/>
                <a:ea typeface="Calibri"/>
              </a:rPr>
              <a:t> has </a:t>
            </a:r>
            <a:r>
              <a:rPr b="1" lang="en-US" sz="2800" strike="noStrike" u="none">
                <a:solidFill>
                  <a:srgbClr val="2c14de"/>
                </a:solidFill>
                <a:effectLst/>
                <a:uFillTx/>
                <a:latin typeface="Calibri"/>
                <a:ea typeface="Calibri"/>
              </a:rPr>
              <a:t>own main memory</a:t>
            </a:r>
            <a:endParaRPr b="0" lang="en-US" sz="2800" strike="noStrike" u="none">
              <a:solidFill>
                <a:srgbClr val="000000"/>
              </a:solidFill>
              <a:effectLst/>
              <a:uFillTx/>
              <a:latin typeface="Arial"/>
            </a:endParaRPr>
          </a:p>
          <a:p>
            <a:pPr marL="514440" indent="-514440">
              <a:lnSpc>
                <a:spcPct val="90000"/>
              </a:lnSpc>
              <a:spcBef>
                <a:spcPts val="641"/>
              </a:spcBef>
              <a:buClr>
                <a:srgbClr val="2c14de"/>
              </a:buClr>
              <a:buFont typeface="Arial"/>
              <a:buChar char="•"/>
            </a:pPr>
            <a:r>
              <a:rPr b="1" lang="en-US" sz="2800" strike="noStrike" u="none">
                <a:solidFill>
                  <a:srgbClr val="2c14de"/>
                </a:solidFill>
                <a:effectLst/>
                <a:uFillTx/>
                <a:latin typeface="Calibri"/>
                <a:ea typeface="Calibri"/>
              </a:rPr>
              <a:t>Nodes</a:t>
            </a:r>
            <a:r>
              <a:rPr b="1" lang="en-US" sz="2800" strike="noStrike" u="none">
                <a:solidFill>
                  <a:schemeClr val="dk1"/>
                </a:solidFill>
                <a:effectLst/>
                <a:uFillTx/>
                <a:latin typeface="Calibri"/>
                <a:ea typeface="Calibri"/>
              </a:rPr>
              <a:t> </a:t>
            </a:r>
            <a:r>
              <a:rPr b="1" lang="en-US" sz="2800" strike="noStrike" u="none">
                <a:solidFill>
                  <a:srgbClr val="2c14de"/>
                </a:solidFill>
                <a:effectLst/>
                <a:uFillTx/>
                <a:latin typeface="Calibri"/>
                <a:ea typeface="Calibri"/>
              </a:rPr>
              <a:t>connected</a:t>
            </a:r>
            <a:r>
              <a:rPr b="1" lang="en-US" sz="2800" strike="noStrike" u="none">
                <a:solidFill>
                  <a:schemeClr val="dk1"/>
                </a:solidFill>
                <a:effectLst/>
                <a:uFillTx/>
                <a:latin typeface="Calibri"/>
                <a:ea typeface="Calibri"/>
              </a:rPr>
              <a:t> </a:t>
            </a:r>
            <a:r>
              <a:rPr b="0" lang="en-US" sz="2800" strike="noStrike" u="none">
                <a:solidFill>
                  <a:schemeClr val="dk1"/>
                </a:solidFill>
                <a:effectLst/>
                <a:uFillTx/>
                <a:latin typeface="Calibri"/>
                <a:ea typeface="Calibri"/>
              </a:rPr>
              <a:t>by some </a:t>
            </a:r>
            <a:r>
              <a:rPr b="1" lang="en-US" sz="2800" strike="noStrike" u="none">
                <a:solidFill>
                  <a:srgbClr val="2c14de"/>
                </a:solidFill>
                <a:effectLst/>
                <a:uFillTx/>
                <a:latin typeface="Calibri"/>
                <a:ea typeface="Calibri"/>
              </a:rPr>
              <a:t>networking facility</a:t>
            </a:r>
            <a:endParaRPr b="0" lang="en-US" sz="2800" strike="noStrike" u="none">
              <a:solidFill>
                <a:srgbClr val="000000"/>
              </a:solidFill>
              <a:effectLst/>
              <a:uFillTx/>
              <a:latin typeface="Arial"/>
            </a:endParaRPr>
          </a:p>
          <a:p>
            <a:pPr marL="514440" indent="-514440">
              <a:lnSpc>
                <a:spcPct val="90000"/>
              </a:lnSpc>
              <a:spcBef>
                <a:spcPts val="641"/>
              </a:spcBef>
              <a:buClr>
                <a:srgbClr val="000000"/>
              </a:buClr>
              <a:buFont typeface="Arial"/>
              <a:buChar char="•"/>
            </a:pPr>
            <a:r>
              <a:rPr b="0" lang="en-US" sz="2800" strike="noStrike" u="none">
                <a:solidFill>
                  <a:schemeClr val="dk1"/>
                </a:solidFill>
                <a:effectLst/>
                <a:uFillTx/>
                <a:latin typeface="Calibri"/>
                <a:ea typeface="Calibri"/>
              </a:rPr>
              <a:t>Each </a:t>
            </a:r>
            <a:r>
              <a:rPr b="1" lang="en-US" sz="2800" strike="noStrike" u="none">
                <a:solidFill>
                  <a:srgbClr val="2c14de"/>
                </a:solidFill>
                <a:effectLst/>
                <a:uFillTx/>
                <a:latin typeface="Calibri"/>
                <a:ea typeface="Calibri"/>
              </a:rPr>
              <a:t>processor</a:t>
            </a:r>
            <a:r>
              <a:rPr b="0" lang="en-US" sz="2800" strike="noStrike" u="none">
                <a:solidFill>
                  <a:schemeClr val="dk1"/>
                </a:solidFill>
                <a:effectLst/>
                <a:uFillTx/>
                <a:latin typeface="Calibri"/>
                <a:ea typeface="Calibri"/>
              </a:rPr>
              <a:t> sees </a:t>
            </a:r>
            <a:r>
              <a:rPr b="1" lang="en-US" sz="2800" strike="noStrike" u="none">
                <a:solidFill>
                  <a:srgbClr val="2c14de"/>
                </a:solidFill>
                <a:effectLst/>
                <a:uFillTx/>
                <a:latin typeface="Calibri"/>
                <a:ea typeface="Calibri"/>
              </a:rPr>
              <a:t>single addressable memory</a:t>
            </a:r>
            <a:endParaRPr b="0" lang="en-US" sz="2800" strike="noStrike" u="none">
              <a:solidFill>
                <a:srgbClr val="000000"/>
              </a:solidFill>
              <a:effectLst/>
              <a:uFillTx/>
              <a:latin typeface="Arial"/>
            </a:endParaRPr>
          </a:p>
          <a:p>
            <a:pPr marL="514440" indent="-514440">
              <a:lnSpc>
                <a:spcPct val="90000"/>
              </a:lnSpc>
              <a:spcBef>
                <a:spcPts val="641"/>
              </a:spcBef>
              <a:buClr>
                <a:srgbClr val="2c14de"/>
              </a:buClr>
              <a:buFont typeface="Arial"/>
              <a:buChar char="•"/>
            </a:pPr>
            <a:r>
              <a:rPr b="1" lang="en-US" sz="2800" strike="noStrike" u="none">
                <a:solidFill>
                  <a:srgbClr val="2c14de"/>
                </a:solidFill>
                <a:effectLst/>
                <a:uFillTx/>
                <a:latin typeface="Calibri"/>
                <a:ea typeface="Calibri"/>
              </a:rPr>
              <a:t>Hardware support </a:t>
            </a:r>
            <a:r>
              <a:rPr b="0" lang="en-US" sz="2800" strike="noStrike" u="none">
                <a:solidFill>
                  <a:schemeClr val="dk1"/>
                </a:solidFill>
                <a:effectLst/>
                <a:uFillTx/>
                <a:latin typeface="Calibri"/>
                <a:ea typeface="Calibri"/>
              </a:rPr>
              <a:t>for </a:t>
            </a:r>
            <a:r>
              <a:rPr b="1" lang="en-US" sz="2800" strike="noStrike" u="none">
                <a:solidFill>
                  <a:srgbClr val="2c14de"/>
                </a:solidFill>
                <a:effectLst/>
                <a:uFillTx/>
                <a:latin typeface="Calibri"/>
                <a:ea typeface="Calibri"/>
              </a:rPr>
              <a:t>read/write</a:t>
            </a:r>
            <a:r>
              <a:rPr b="0" lang="en-US" sz="2800" strike="noStrike" u="none">
                <a:solidFill>
                  <a:srgbClr val="2c14de"/>
                </a:solidFill>
                <a:effectLst/>
                <a:uFillTx/>
                <a:latin typeface="Calibri"/>
                <a:ea typeface="Calibri"/>
              </a:rPr>
              <a:t> </a:t>
            </a:r>
            <a:r>
              <a:rPr b="0" lang="en-US" sz="2800" strike="noStrike" u="none">
                <a:solidFill>
                  <a:schemeClr val="dk1"/>
                </a:solidFill>
                <a:effectLst/>
                <a:uFillTx/>
                <a:latin typeface="Calibri"/>
                <a:ea typeface="Calibri"/>
              </a:rPr>
              <a:t>to </a:t>
            </a:r>
            <a:r>
              <a:rPr b="1" lang="en-US" sz="2800" strike="noStrike" u="none">
                <a:solidFill>
                  <a:srgbClr val="2c14de"/>
                </a:solidFill>
                <a:effectLst/>
                <a:uFillTx/>
                <a:latin typeface="Calibri"/>
                <a:ea typeface="Calibri"/>
              </a:rPr>
              <a:t>non-local memories</a:t>
            </a:r>
            <a:r>
              <a:rPr b="0" lang="en-US" sz="2800" strike="noStrike" u="none">
                <a:solidFill>
                  <a:schemeClr val="dk1"/>
                </a:solidFill>
                <a:effectLst/>
                <a:uFillTx/>
                <a:latin typeface="Calibri"/>
                <a:ea typeface="Calibri"/>
              </a:rPr>
              <a:t>, </a:t>
            </a:r>
            <a:r>
              <a:rPr b="1" i="1" lang="en-US" sz="2800" strike="noStrike" u="none">
                <a:solidFill>
                  <a:srgbClr val="b80000"/>
                </a:solidFill>
                <a:effectLst/>
                <a:uFillTx/>
                <a:latin typeface="Calibri"/>
                <a:ea typeface="Calibri"/>
              </a:rPr>
              <a:t>cache coherency</a:t>
            </a:r>
            <a:endParaRPr b="0" lang="en-US" sz="2800" strike="noStrike" u="none">
              <a:solidFill>
                <a:srgbClr val="000000"/>
              </a:solidFill>
              <a:effectLst/>
              <a:uFillTx/>
              <a:latin typeface="Arial"/>
            </a:endParaRPr>
          </a:p>
          <a:p>
            <a:pPr marL="514440" indent="-311040">
              <a:lnSpc>
                <a:spcPct val="90000"/>
              </a:lnSpc>
              <a:spcBef>
                <a:spcPts val="641"/>
              </a:spcBef>
              <a:buNone/>
              <a:tabLst>
                <a:tab algn="l" pos="0"/>
              </a:tabLst>
            </a:pPr>
            <a:endParaRPr b="0" lang="en-US" sz="3200" strike="noStrike" u="none">
              <a:solidFill>
                <a:srgbClr val="000000"/>
              </a:solidFill>
              <a:effectLst/>
              <a:uFillTx/>
              <a:latin typeface="Arial"/>
            </a:endParaRPr>
          </a:p>
          <a:p>
            <a:pPr marL="514440" indent="-514440">
              <a:lnSpc>
                <a:spcPct val="90000"/>
              </a:lnSpc>
              <a:spcBef>
                <a:spcPts val="641"/>
              </a:spcBef>
              <a:buClr>
                <a:srgbClr val="b80000"/>
              </a:buClr>
              <a:buFont typeface="Arial"/>
              <a:buChar char="•"/>
              <a:tabLst>
                <a:tab algn="l" pos="0"/>
              </a:tabLst>
            </a:pPr>
            <a:r>
              <a:rPr b="1" lang="en-US" sz="2800" strike="noStrike" u="none">
                <a:solidFill>
                  <a:srgbClr val="b80000"/>
                </a:solidFill>
                <a:effectLst/>
                <a:uFillTx/>
                <a:latin typeface="Calibri"/>
                <a:ea typeface="Calibri"/>
              </a:rPr>
              <a:t>Memory request order:</a:t>
            </a:r>
            <a:endParaRPr b="0" lang="en-US" sz="2800" strike="noStrike" u="none">
              <a:solidFill>
                <a:srgbClr val="000000"/>
              </a:solidFill>
              <a:effectLst/>
              <a:uFillTx/>
              <a:latin typeface="Arial"/>
            </a:endParaRPr>
          </a:p>
          <a:p>
            <a:pPr lvl="1" marL="1149480" indent="-525600">
              <a:lnSpc>
                <a:spcPct val="90000"/>
              </a:lnSpc>
              <a:spcBef>
                <a:spcPts val="601"/>
              </a:spcBef>
              <a:buClr>
                <a:srgbClr val="000000"/>
              </a:buClr>
              <a:buFont typeface="Calibri"/>
              <a:buAutoNum type="arabicPeriod"/>
              <a:tabLst>
                <a:tab algn="l" pos="0"/>
              </a:tabLst>
            </a:pPr>
            <a:r>
              <a:rPr b="1" lang="en-US" sz="2800" strike="noStrike" u="none">
                <a:solidFill>
                  <a:schemeClr val="dk1"/>
                </a:solidFill>
                <a:effectLst/>
                <a:uFillTx/>
                <a:latin typeface="Calibri"/>
                <a:ea typeface="Calibri"/>
              </a:rPr>
              <a:t>L1 cache </a:t>
            </a:r>
            <a:r>
              <a:rPr b="0" lang="en-US" sz="2800" strike="noStrike" u="none">
                <a:solidFill>
                  <a:schemeClr val="dk1"/>
                </a:solidFill>
                <a:effectLst/>
                <a:uFillTx/>
                <a:latin typeface="Calibri"/>
                <a:ea typeface="Calibri"/>
              </a:rPr>
              <a:t>🡪 </a:t>
            </a:r>
            <a:r>
              <a:rPr b="1" lang="en-US" sz="2800" strike="noStrike" u="none">
                <a:solidFill>
                  <a:schemeClr val="dk1"/>
                </a:solidFill>
                <a:effectLst/>
                <a:uFillTx/>
                <a:latin typeface="Calibri"/>
                <a:ea typeface="Calibri"/>
              </a:rPr>
              <a:t>L2 cache </a:t>
            </a:r>
            <a:r>
              <a:rPr b="0" lang="en-US" sz="2800" strike="noStrike" u="none">
                <a:solidFill>
                  <a:schemeClr val="dk1"/>
                </a:solidFill>
                <a:effectLst/>
                <a:uFillTx/>
                <a:latin typeface="Calibri"/>
                <a:ea typeface="Calibri"/>
              </a:rPr>
              <a:t>(</a:t>
            </a:r>
            <a:r>
              <a:rPr b="1" lang="en-US" sz="2800" strike="noStrike" u="none">
                <a:solidFill>
                  <a:schemeClr val="dk1"/>
                </a:solidFill>
                <a:effectLst/>
                <a:uFillTx/>
                <a:latin typeface="Calibri"/>
                <a:ea typeface="Calibri"/>
              </a:rPr>
              <a:t>local </a:t>
            </a:r>
            <a:r>
              <a:rPr b="0" lang="en-US" sz="2800" strike="noStrike" u="none">
                <a:solidFill>
                  <a:schemeClr val="dk1"/>
                </a:solidFill>
                <a:effectLst/>
                <a:uFillTx/>
                <a:latin typeface="Calibri"/>
                <a:ea typeface="Calibri"/>
              </a:rPr>
              <a:t>to</a:t>
            </a:r>
            <a:r>
              <a:rPr b="1" lang="en-US" sz="2800" strike="noStrike" u="none">
                <a:solidFill>
                  <a:schemeClr val="dk1"/>
                </a:solidFill>
                <a:effectLst/>
                <a:uFillTx/>
                <a:latin typeface="Calibri"/>
                <a:ea typeface="Calibri"/>
              </a:rPr>
              <a:t> processor</a:t>
            </a:r>
            <a:r>
              <a:rPr b="0" lang="en-US" sz="2800" strike="noStrike" u="none">
                <a:solidFill>
                  <a:schemeClr val="dk1"/>
                </a:solidFill>
                <a:effectLst/>
                <a:uFillTx/>
                <a:latin typeface="Calibri"/>
                <a:ea typeface="Calibri"/>
              </a:rPr>
              <a:t>)</a:t>
            </a:r>
            <a:endParaRPr b="0" lang="en-US" sz="2800" strike="noStrike" u="none">
              <a:solidFill>
                <a:srgbClr val="000000"/>
              </a:solidFill>
              <a:effectLst/>
              <a:uFillTx/>
              <a:latin typeface="Arial"/>
            </a:endParaRPr>
          </a:p>
          <a:p>
            <a:pPr lvl="1" marL="1149480" indent="-525600">
              <a:lnSpc>
                <a:spcPct val="90000"/>
              </a:lnSpc>
              <a:spcBef>
                <a:spcPts val="601"/>
              </a:spcBef>
              <a:buClr>
                <a:srgbClr val="000000"/>
              </a:buClr>
              <a:buFont typeface="Calibri"/>
              <a:buAutoNum type="arabicPeriod"/>
              <a:tabLst>
                <a:tab algn="l" pos="0"/>
              </a:tabLst>
            </a:pPr>
            <a:r>
              <a:rPr b="0" lang="en-US" sz="2800" strike="noStrike" u="none">
                <a:solidFill>
                  <a:schemeClr val="dk1"/>
                </a:solidFill>
                <a:effectLst/>
                <a:uFillTx/>
                <a:latin typeface="Calibri"/>
                <a:ea typeface="Calibri"/>
              </a:rPr>
              <a:t>Main memory (</a:t>
            </a:r>
            <a:r>
              <a:rPr b="1" lang="en-US" sz="2800" strike="noStrike" u="none">
                <a:solidFill>
                  <a:schemeClr val="dk1"/>
                </a:solidFill>
                <a:effectLst/>
                <a:uFillTx/>
                <a:latin typeface="Calibri"/>
                <a:ea typeface="Calibri"/>
              </a:rPr>
              <a:t>local </a:t>
            </a:r>
            <a:r>
              <a:rPr b="0" lang="en-US" sz="2800" strike="noStrike" u="none">
                <a:solidFill>
                  <a:schemeClr val="dk1"/>
                </a:solidFill>
                <a:effectLst/>
                <a:uFillTx/>
                <a:latin typeface="Calibri"/>
                <a:ea typeface="Calibri"/>
              </a:rPr>
              <a:t>to </a:t>
            </a:r>
            <a:r>
              <a:rPr b="1" lang="en-US" sz="2800" strike="noStrike" u="none">
                <a:solidFill>
                  <a:schemeClr val="dk1"/>
                </a:solidFill>
                <a:effectLst/>
                <a:uFillTx/>
                <a:latin typeface="Calibri"/>
                <a:ea typeface="Calibri"/>
              </a:rPr>
              <a:t>node</a:t>
            </a:r>
            <a:r>
              <a:rPr b="0" lang="en-US" sz="2800" strike="noStrike" u="none">
                <a:solidFill>
                  <a:schemeClr val="dk1"/>
                </a:solidFill>
                <a:effectLst/>
                <a:uFillTx/>
                <a:latin typeface="Calibri"/>
                <a:ea typeface="Calibri"/>
              </a:rPr>
              <a:t>)</a:t>
            </a:r>
            <a:endParaRPr b="0" lang="en-US" sz="2800" strike="noStrike" u="none">
              <a:solidFill>
                <a:srgbClr val="000000"/>
              </a:solidFill>
              <a:effectLst/>
              <a:uFillTx/>
              <a:latin typeface="Arial"/>
            </a:endParaRPr>
          </a:p>
          <a:p>
            <a:pPr lvl="1" marL="1149480" indent="-525600">
              <a:lnSpc>
                <a:spcPct val="90000"/>
              </a:lnSpc>
              <a:spcBef>
                <a:spcPts val="601"/>
              </a:spcBef>
              <a:buClr>
                <a:srgbClr val="000000"/>
              </a:buClr>
              <a:buFont typeface="Calibri"/>
              <a:buAutoNum type="arabicPeriod"/>
              <a:tabLst>
                <a:tab algn="l" pos="0"/>
              </a:tabLst>
            </a:pPr>
            <a:r>
              <a:rPr b="0" lang="en-US" sz="2800" strike="noStrike" u="none">
                <a:solidFill>
                  <a:schemeClr val="dk1"/>
                </a:solidFill>
                <a:effectLst/>
                <a:uFillTx/>
                <a:latin typeface="Calibri"/>
                <a:ea typeface="Calibri"/>
              </a:rPr>
              <a:t>Remote memory</a:t>
            </a:r>
            <a:endParaRPr b="0" lang="en-US" sz="2800" strike="noStrike" u="none">
              <a:solidFill>
                <a:srgbClr val="000000"/>
              </a:solidFill>
              <a:effectLst/>
              <a:uFillTx/>
              <a:latin typeface="Arial"/>
            </a:endParaRPr>
          </a:p>
        </p:txBody>
      </p:sp>
      <p:sp>
        <p:nvSpPr>
          <p:cNvPr id="300" name="Google Shape;306;p22"/>
          <p:cNvSpPr/>
          <p:nvPr/>
        </p:nvSpPr>
        <p:spPr>
          <a:xfrm>
            <a:off x="76320" y="79236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1" name="PlaceHolder 1"/>
          <p:cNvSpPr>
            <a:spLocks noGrp="1"/>
          </p:cNvSpPr>
          <p:nvPr>
            <p:ph type="title"/>
          </p:nvPr>
        </p:nvSpPr>
        <p:spPr>
          <a:xfrm>
            <a:off x="0" y="0"/>
            <a:ext cx="9142560" cy="866880"/>
          </a:xfrm>
          <a:prstGeom prst="rect">
            <a:avLst/>
          </a:prstGeom>
          <a:noFill/>
          <a:ln w="0">
            <a:noFill/>
          </a:ln>
        </p:spPr>
        <p:txBody>
          <a:bodyPr lIns="91440" rIns="91440" tIns="45720" bIns="45720" anchor="ctr">
            <a:normAutofit/>
          </a:bodyPr>
          <a:p>
            <a:pPr indent="0" algn="ctr">
              <a:lnSpc>
                <a:spcPct val="100000"/>
              </a:lnSpc>
              <a:buNone/>
              <a:tabLst>
                <a:tab algn="l" pos="0"/>
              </a:tabLst>
            </a:pPr>
            <a:r>
              <a:rPr b="1" lang="en-US" sz="4400" strike="noStrike" u="none">
                <a:solidFill>
                  <a:srgbClr val="b80000"/>
                </a:solidFill>
                <a:effectLst/>
                <a:uFillTx/>
                <a:latin typeface="Calibri"/>
                <a:ea typeface="Calibri"/>
              </a:rPr>
              <a:t>NUMA Pros &amp; Cons</a:t>
            </a:r>
            <a:endParaRPr b="0" lang="en-US" sz="4400" strike="noStrike" u="none">
              <a:solidFill>
                <a:srgbClr val="000000"/>
              </a:solidFill>
              <a:effectLst/>
              <a:uFillTx/>
              <a:latin typeface="Arial"/>
            </a:endParaRPr>
          </a:p>
        </p:txBody>
      </p:sp>
      <p:sp>
        <p:nvSpPr>
          <p:cNvPr id="302" name="PlaceHolder 2"/>
          <p:cNvSpPr>
            <a:spLocks noGrp="1"/>
          </p:cNvSpPr>
          <p:nvPr>
            <p:ph/>
          </p:nvPr>
        </p:nvSpPr>
        <p:spPr>
          <a:xfrm>
            <a:off x="0" y="990720"/>
            <a:ext cx="9066240" cy="5865840"/>
          </a:xfrm>
          <a:prstGeom prst="rect">
            <a:avLst/>
          </a:prstGeom>
          <a:noFill/>
          <a:ln w="0">
            <a:noFill/>
          </a:ln>
        </p:spPr>
        <p:txBody>
          <a:bodyPr lIns="91440" rIns="91440" tIns="45720" bIns="45720" anchor="t">
            <a:noAutofit/>
          </a:bodyPr>
          <a:p>
            <a:pPr marL="343080" indent="-343080">
              <a:lnSpc>
                <a:spcPct val="100000"/>
              </a:lnSpc>
              <a:buClr>
                <a:srgbClr val="008000"/>
              </a:buClr>
              <a:buFont typeface="Arial"/>
              <a:buChar char="•"/>
            </a:pPr>
            <a:r>
              <a:rPr b="1" lang="en-US" sz="3000" strike="noStrike" u="none">
                <a:solidFill>
                  <a:srgbClr val="008000"/>
                </a:solidFill>
                <a:effectLst/>
                <a:uFillTx/>
                <a:latin typeface="Calibri"/>
                <a:ea typeface="Calibri"/>
              </a:rPr>
              <a:t>Effective performance at higher levels of parallelism than SMP</a:t>
            </a:r>
            <a:endParaRPr b="0" lang="en-US" sz="3000" strike="noStrike" u="none">
              <a:solidFill>
                <a:srgbClr val="000000"/>
              </a:solidFill>
              <a:effectLst/>
              <a:uFillTx/>
              <a:latin typeface="Arial"/>
            </a:endParaRPr>
          </a:p>
          <a:p>
            <a:pPr marL="343080" indent="-152280">
              <a:lnSpc>
                <a:spcPct val="100000"/>
              </a:lnSpc>
              <a:spcBef>
                <a:spcPts val="601"/>
              </a:spcBef>
              <a:buNone/>
              <a:tabLst>
                <a:tab algn="l" pos="0"/>
              </a:tabLst>
            </a:pPr>
            <a:endParaRPr b="0" lang="en-US" sz="3000" strike="noStrike" u="none">
              <a:solidFill>
                <a:srgbClr val="000000"/>
              </a:solidFill>
              <a:effectLst/>
              <a:uFillTx/>
              <a:latin typeface="Arial"/>
            </a:endParaRPr>
          </a:p>
          <a:p>
            <a:pPr marL="343080" indent="-343080">
              <a:lnSpc>
                <a:spcPct val="100000"/>
              </a:lnSpc>
              <a:spcBef>
                <a:spcPts val="601"/>
              </a:spcBef>
              <a:buClr>
                <a:srgbClr val="008000"/>
              </a:buClr>
              <a:buFont typeface="Arial"/>
              <a:buChar char="•"/>
              <a:tabLst>
                <a:tab algn="l" pos="0"/>
              </a:tabLst>
            </a:pPr>
            <a:r>
              <a:rPr b="1" lang="en-US" sz="3000" strike="noStrike" u="none">
                <a:solidFill>
                  <a:srgbClr val="008000"/>
                </a:solidFill>
                <a:effectLst/>
                <a:uFillTx/>
                <a:latin typeface="Calibri"/>
                <a:ea typeface="Calibri"/>
              </a:rPr>
              <a:t>No major software changes</a:t>
            </a:r>
            <a:endParaRPr b="0" lang="en-US" sz="3000" strike="noStrike" u="none">
              <a:solidFill>
                <a:srgbClr val="000000"/>
              </a:solidFill>
              <a:effectLst/>
              <a:uFillTx/>
              <a:latin typeface="Arial"/>
            </a:endParaRPr>
          </a:p>
          <a:p>
            <a:pPr marL="343080" indent="-152280">
              <a:lnSpc>
                <a:spcPct val="100000"/>
              </a:lnSpc>
              <a:spcBef>
                <a:spcPts val="601"/>
              </a:spcBef>
              <a:buNone/>
              <a:tabLst>
                <a:tab algn="l" pos="0"/>
              </a:tabLst>
            </a:pPr>
            <a:endParaRPr b="0" lang="en-US" sz="3000" strike="noStrike" u="none">
              <a:solidFill>
                <a:srgbClr val="000000"/>
              </a:solidFill>
              <a:effectLst/>
              <a:uFillTx/>
              <a:latin typeface="Arial"/>
            </a:endParaRPr>
          </a:p>
          <a:p>
            <a:pPr marL="343080" indent="-343080">
              <a:lnSpc>
                <a:spcPct val="100000"/>
              </a:lnSpc>
              <a:spcBef>
                <a:spcPts val="601"/>
              </a:spcBef>
              <a:buClr>
                <a:srgbClr val="b80000"/>
              </a:buClr>
              <a:buFont typeface="Arial"/>
              <a:buChar char="•"/>
              <a:tabLst>
                <a:tab algn="l" pos="0"/>
              </a:tabLst>
            </a:pPr>
            <a:r>
              <a:rPr b="1" lang="en-US" sz="3000" strike="noStrike" u="none">
                <a:solidFill>
                  <a:srgbClr val="b80000"/>
                </a:solidFill>
                <a:effectLst/>
                <a:uFillTx/>
                <a:latin typeface="Calibri"/>
                <a:ea typeface="Calibri"/>
              </a:rPr>
              <a:t>Performance can breakdown if too much access to remote memory</a:t>
            </a:r>
            <a:endParaRPr b="0" lang="en-US" sz="3000" strike="noStrike" u="none">
              <a:solidFill>
                <a:srgbClr val="000000"/>
              </a:solidFill>
              <a:effectLst/>
              <a:uFillTx/>
              <a:latin typeface="Arial"/>
            </a:endParaRPr>
          </a:p>
        </p:txBody>
      </p:sp>
      <p:sp>
        <p:nvSpPr>
          <p:cNvPr id="303" name="Google Shape;313;p23"/>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0" y="0"/>
            <a:ext cx="9142560" cy="905760"/>
          </a:xfrm>
          <a:prstGeom prst="rect">
            <a:avLst/>
          </a:prstGeom>
          <a:noFill/>
          <a:ln w="0">
            <a:noFill/>
          </a:ln>
        </p:spPr>
        <p:txBody>
          <a:bodyPr lIns="91440" rIns="91440" tIns="45720" bIns="45720" anchor="ctr">
            <a:normAutofit fontScale="85000" lnSpcReduction="9999"/>
          </a:bodyPr>
          <a:p>
            <a:pPr indent="0" algn="ctr">
              <a:lnSpc>
                <a:spcPct val="100000"/>
              </a:lnSpc>
              <a:buNone/>
              <a:tabLst>
                <a:tab algn="l" pos="0"/>
              </a:tabLst>
            </a:pPr>
            <a:r>
              <a:rPr b="1" lang="en-US" sz="4400" strike="noStrike" u="none">
                <a:solidFill>
                  <a:srgbClr val="b80000"/>
                </a:solidFill>
                <a:effectLst/>
                <a:uFillTx/>
                <a:latin typeface="Calibri"/>
                <a:ea typeface="Calibri"/>
              </a:rPr>
              <a:t>Taxonomy of Processor Architectures</a:t>
            </a:r>
            <a:endParaRPr b="0" lang="en-US" sz="4400" strike="noStrike" u="none">
              <a:solidFill>
                <a:srgbClr val="000000"/>
              </a:solidFill>
              <a:effectLst/>
              <a:uFillTx/>
              <a:latin typeface="Arial"/>
            </a:endParaRPr>
          </a:p>
        </p:txBody>
      </p:sp>
      <p:pic>
        <p:nvPicPr>
          <p:cNvPr id="305" name="Google Shape;395;p26" descr=""/>
          <p:cNvPicPr/>
          <p:nvPr/>
        </p:nvPicPr>
        <p:blipFill>
          <a:blip r:embed="rId1"/>
          <a:srcRect l="0" t="0" r="0" b="13713"/>
          <a:stretch/>
        </p:blipFill>
        <p:spPr>
          <a:xfrm>
            <a:off x="372600" y="963000"/>
            <a:ext cx="8617680" cy="5789880"/>
          </a:xfrm>
          <a:prstGeom prst="rect">
            <a:avLst/>
          </a:prstGeom>
          <a:noFill/>
          <a:ln w="0">
            <a:noFill/>
          </a:ln>
        </p:spPr>
      </p:pic>
      <p:sp>
        <p:nvSpPr>
          <p:cNvPr id="306" name="Google Shape;396;p26"/>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endParaRPr b="0" lang="en-US" sz="1400" strike="noStrike" u="none">
              <a:solidFill>
                <a:srgbClr val="ffffff"/>
              </a:solidFill>
              <a:effectLst/>
              <a:uFillTx/>
              <a:latin typeface="Arial"/>
            </a:endParaRPr>
          </a:p>
        </p:txBody>
      </p:sp>
      <p:sp>
        <p:nvSpPr>
          <p:cNvPr id="307" name="Google Shape;397;p26"/>
          <p:cNvSpPr/>
          <p:nvPr/>
        </p:nvSpPr>
        <p:spPr>
          <a:xfrm>
            <a:off x="304920" y="1981080"/>
            <a:ext cx="1751040" cy="1979640"/>
          </a:xfrm>
          <a:prstGeom prst="rect">
            <a:avLst/>
          </a:prstGeom>
          <a:solidFill>
            <a:srgbClr val="c35855">
              <a:alpha val="21000"/>
            </a:srgbClr>
          </a:solidFill>
          <a:ln w="0">
            <a:noFill/>
          </a:ln>
        </p:spPr>
        <p:style>
          <a:lnRef idx="0"/>
          <a:fillRef idx="0"/>
          <a:effectRef idx="0"/>
          <a:fontRef idx="minor"/>
        </p:style>
        <p:txBody>
          <a:bodyPr lIns="90000" rIns="90000" tIns="45000" bIns="45000" anchor="ctr">
            <a:noAutofit/>
          </a:bodyPr>
          <a:p>
            <a:endParaRPr b="0" lang="en-US" sz="1400" strike="noStrike" u="none">
              <a:solidFill>
                <a:srgbClr val="ffffff"/>
              </a:solidFill>
              <a:effectLst/>
              <a:uFillTx/>
              <a:latin typeface="Arial"/>
            </a:endParaRPr>
          </a:p>
        </p:txBody>
      </p:sp>
      <p:sp>
        <p:nvSpPr>
          <p:cNvPr id="308" name="Google Shape;398;p26"/>
          <p:cNvSpPr/>
          <p:nvPr/>
        </p:nvSpPr>
        <p:spPr>
          <a:xfrm>
            <a:off x="2292840" y="1946160"/>
            <a:ext cx="6627960" cy="4799160"/>
          </a:xfrm>
          <a:prstGeom prst="rect">
            <a:avLst/>
          </a:prstGeom>
          <a:solidFill>
            <a:srgbClr val="4d7fbb">
              <a:alpha val="17000"/>
            </a:srgbClr>
          </a:solidFill>
          <a:ln w="0">
            <a:noFill/>
          </a:ln>
        </p:spPr>
        <p:style>
          <a:lnRef idx="0"/>
          <a:fillRef idx="0"/>
          <a:effectRef idx="0"/>
          <a:fontRef idx="minor"/>
        </p:style>
        <p:txBody>
          <a:bodyPr lIns="90000" rIns="90000" tIns="45000" bIns="45000" anchor="ctr">
            <a:noAutofit/>
          </a:bodyPr>
          <a:p>
            <a:endParaRPr b="0" lang="en-US" sz="1400" strike="noStrike" u="none">
              <a:solidFill>
                <a:srgbClr val="ffffff"/>
              </a:solidFill>
              <a:effectLst/>
              <a:uFillTx/>
              <a:latin typeface="Arial"/>
            </a:endParaRPr>
          </a:p>
        </p:txBody>
      </p:sp>
      <p:sp>
        <p:nvSpPr>
          <p:cNvPr id="309" name="Google Shape;399;p26"/>
          <p:cNvSpPr/>
          <p:nvPr/>
        </p:nvSpPr>
        <p:spPr>
          <a:xfrm>
            <a:off x="7391520" y="5029200"/>
            <a:ext cx="1293840" cy="760680"/>
          </a:xfrm>
          <a:prstGeom prst="ellipse">
            <a:avLst/>
          </a:prstGeom>
          <a:noFill/>
          <a:ln w="41275">
            <a:solidFill>
              <a:srgbClr val="b80000"/>
            </a:solidFill>
            <a:prstDash val="dash"/>
            <a:round/>
          </a:ln>
        </p:spPr>
        <p:style>
          <a:lnRef idx="0"/>
          <a:fillRef idx="0"/>
          <a:effectRef idx="0"/>
          <a:fontRef idx="minor"/>
        </p:style>
        <p:txBody>
          <a:bodyPr lIns="90000" rIns="90000" tIns="45000" bIns="45000" anchor="ctr">
            <a:noAutofit/>
          </a:bodyPr>
          <a:p>
            <a:endParaRPr b="0" lang="en-US" sz="1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0" name="PlaceHolder 1"/>
          <p:cNvSpPr>
            <a:spLocks noGrp="1"/>
          </p:cNvSpPr>
          <p:nvPr>
            <p:ph type="title"/>
          </p:nvPr>
        </p:nvSpPr>
        <p:spPr>
          <a:xfrm>
            <a:off x="0" y="0"/>
            <a:ext cx="9142560" cy="912960"/>
          </a:xfrm>
          <a:prstGeom prst="rect">
            <a:avLst/>
          </a:prstGeom>
          <a:noFill/>
          <a:ln w="0">
            <a:noFill/>
          </a:ln>
        </p:spPr>
        <p:txBody>
          <a:bodyPr lIns="91440" rIns="91440" tIns="45720" bIns="45720" anchor="ctr">
            <a:normAutofit fontScale="92500" lnSpcReduction="9999"/>
          </a:bodyPr>
          <a:p>
            <a:pPr indent="0" algn="ctr">
              <a:lnSpc>
                <a:spcPct val="100000"/>
              </a:lnSpc>
              <a:buNone/>
              <a:tabLst>
                <a:tab algn="l" pos="0"/>
              </a:tabLst>
            </a:pPr>
            <a:r>
              <a:rPr b="1" lang="en-US" sz="3800" strike="noStrike" u="none">
                <a:solidFill>
                  <a:srgbClr val="b80000"/>
                </a:solidFill>
                <a:effectLst/>
                <a:uFillTx/>
                <a:latin typeface="Calibri"/>
                <a:ea typeface="Calibri"/>
              </a:rPr>
              <a:t>Distributed Memory / Message Passing</a:t>
            </a:r>
            <a:endParaRPr b="0" lang="en-US" sz="3800" strike="noStrike" u="none">
              <a:solidFill>
                <a:srgbClr val="000000"/>
              </a:solidFill>
              <a:effectLst/>
              <a:uFillTx/>
              <a:latin typeface="Arial"/>
            </a:endParaRPr>
          </a:p>
        </p:txBody>
      </p:sp>
      <p:sp>
        <p:nvSpPr>
          <p:cNvPr id="311" name="PlaceHolder 2"/>
          <p:cNvSpPr>
            <a:spLocks noGrp="1"/>
          </p:cNvSpPr>
          <p:nvPr>
            <p:ph/>
          </p:nvPr>
        </p:nvSpPr>
        <p:spPr>
          <a:xfrm>
            <a:off x="76320" y="960120"/>
            <a:ext cx="8990280" cy="4067640"/>
          </a:xfrm>
          <a:prstGeom prst="rect">
            <a:avLst/>
          </a:prstGeom>
          <a:noFill/>
          <a:ln w="0">
            <a:noFill/>
          </a:ln>
        </p:spPr>
        <p:txBody>
          <a:bodyPr lIns="91440" rIns="91440" tIns="45720" bIns="45720" anchor="t">
            <a:noAutofit/>
          </a:bodyPr>
          <a:p>
            <a:pPr marL="343080" indent="-343080" algn="just">
              <a:lnSpc>
                <a:spcPct val="90000"/>
              </a:lnSpc>
              <a:buClr>
                <a:srgbClr val="000000"/>
              </a:buClr>
              <a:buFont typeface="Arial"/>
              <a:buChar char="•"/>
            </a:pPr>
            <a:r>
              <a:rPr b="0" lang="en-US" sz="3000" strike="noStrike" u="none">
                <a:solidFill>
                  <a:schemeClr val="dk1"/>
                </a:solidFill>
                <a:effectLst/>
                <a:uFillTx/>
                <a:latin typeface="Calibri"/>
                <a:ea typeface="Calibri"/>
              </a:rPr>
              <a:t>Each </a:t>
            </a:r>
            <a:r>
              <a:rPr b="1" lang="en-US" sz="3000" strike="noStrike" u="none">
                <a:solidFill>
                  <a:srgbClr val="2c14de"/>
                </a:solidFill>
                <a:effectLst/>
                <a:uFillTx/>
                <a:latin typeface="Calibri"/>
                <a:ea typeface="Calibri"/>
              </a:rPr>
              <a:t>processor</a:t>
            </a:r>
            <a:r>
              <a:rPr b="0" lang="en-US" sz="3000" strike="noStrike" u="none">
                <a:solidFill>
                  <a:schemeClr val="dk1"/>
                </a:solidFill>
                <a:effectLst/>
                <a:uFillTx/>
                <a:latin typeface="Calibri"/>
                <a:ea typeface="Calibri"/>
              </a:rPr>
              <a:t> has </a:t>
            </a:r>
            <a:r>
              <a:rPr b="1" lang="en-US" sz="3000" strike="noStrike" u="none">
                <a:solidFill>
                  <a:srgbClr val="2c14de"/>
                </a:solidFill>
                <a:effectLst/>
                <a:uFillTx/>
                <a:latin typeface="Calibri"/>
                <a:ea typeface="Calibri"/>
              </a:rPr>
              <a:t>access</a:t>
            </a:r>
            <a:r>
              <a:rPr b="0" lang="en-US" sz="3000" strike="noStrike" u="none">
                <a:solidFill>
                  <a:schemeClr val="dk1"/>
                </a:solidFill>
                <a:effectLst/>
                <a:uFillTx/>
                <a:latin typeface="Calibri"/>
                <a:ea typeface="Calibri"/>
              </a:rPr>
              <a:t> to its </a:t>
            </a:r>
            <a:r>
              <a:rPr b="1" lang="en-US" sz="3000" strike="noStrike" u="none">
                <a:solidFill>
                  <a:srgbClr val="2c14de"/>
                </a:solidFill>
                <a:effectLst/>
                <a:uFillTx/>
                <a:latin typeface="Calibri"/>
                <a:ea typeface="Calibri"/>
              </a:rPr>
              <a:t>own memory only</a:t>
            </a:r>
            <a:endParaRPr b="0" lang="en-US" sz="3000" strike="noStrike" u="none">
              <a:solidFill>
                <a:srgbClr val="000000"/>
              </a:solidFill>
              <a:effectLst/>
              <a:uFillTx/>
              <a:latin typeface="Arial"/>
            </a:endParaRPr>
          </a:p>
          <a:p>
            <a:pPr marL="343080" indent="-165240" algn="just">
              <a:lnSpc>
                <a:spcPct val="90000"/>
              </a:lnSpc>
              <a:spcBef>
                <a:spcPts val="561"/>
              </a:spcBef>
              <a:buNone/>
              <a:tabLst>
                <a:tab algn="l" pos="0"/>
              </a:tabLst>
            </a:pPr>
            <a:endParaRPr b="0" lang="en-US" sz="2800" strike="noStrike" u="none">
              <a:solidFill>
                <a:srgbClr val="000000"/>
              </a:solidFill>
              <a:effectLst/>
              <a:uFillTx/>
              <a:latin typeface="Arial"/>
            </a:endParaRPr>
          </a:p>
          <a:p>
            <a:pPr marL="343080" indent="-343080" algn="just">
              <a:lnSpc>
                <a:spcPct val="90000"/>
              </a:lnSpc>
              <a:spcBef>
                <a:spcPts val="601"/>
              </a:spcBef>
              <a:buClr>
                <a:srgbClr val="2c14de"/>
              </a:buClr>
              <a:buFont typeface="Arial"/>
              <a:buChar char="•"/>
              <a:tabLst>
                <a:tab algn="l" pos="0"/>
              </a:tabLst>
            </a:pPr>
            <a:r>
              <a:rPr b="1" lang="en-US" sz="3000" strike="noStrike" u="none">
                <a:solidFill>
                  <a:srgbClr val="2c14de"/>
                </a:solidFill>
                <a:effectLst/>
                <a:uFillTx/>
                <a:latin typeface="Calibri"/>
                <a:ea typeface="Calibri"/>
              </a:rPr>
              <a:t>Data transfer </a:t>
            </a:r>
            <a:r>
              <a:rPr b="0" lang="en-US" sz="3000" strike="noStrike" u="none">
                <a:solidFill>
                  <a:schemeClr val="dk1"/>
                </a:solidFill>
                <a:effectLst/>
                <a:uFillTx/>
                <a:latin typeface="Calibri"/>
                <a:ea typeface="Calibri"/>
              </a:rPr>
              <a:t>between </a:t>
            </a:r>
            <a:r>
              <a:rPr b="1" lang="en-US" sz="3000" strike="noStrike" u="none">
                <a:solidFill>
                  <a:schemeClr val="dk1"/>
                </a:solidFill>
                <a:effectLst/>
                <a:uFillTx/>
                <a:latin typeface="Calibri"/>
                <a:ea typeface="Calibri"/>
              </a:rPr>
              <a:t>processors</a:t>
            </a:r>
            <a:r>
              <a:rPr b="0" lang="en-US" sz="3000" strike="noStrike" u="none">
                <a:solidFill>
                  <a:schemeClr val="dk1"/>
                </a:solidFill>
                <a:effectLst/>
                <a:uFillTx/>
                <a:latin typeface="Calibri"/>
                <a:ea typeface="Calibri"/>
              </a:rPr>
              <a:t> is </a:t>
            </a:r>
            <a:r>
              <a:rPr b="1" lang="en-US" sz="3000" strike="noStrike" u="none">
                <a:solidFill>
                  <a:srgbClr val="2c14de"/>
                </a:solidFill>
                <a:effectLst/>
                <a:uFillTx/>
                <a:latin typeface="Calibri"/>
                <a:ea typeface="Calibri"/>
              </a:rPr>
              <a:t>explicit </a:t>
            </a:r>
            <a:r>
              <a:rPr b="0" lang="en-US" sz="3000" strike="noStrike" u="none">
                <a:solidFill>
                  <a:schemeClr val="dk1"/>
                </a:solidFill>
                <a:effectLst/>
                <a:uFillTx/>
                <a:latin typeface="Calibri"/>
                <a:ea typeface="Calibri"/>
              </a:rPr>
              <a:t>(via message passing functions): </a:t>
            </a:r>
            <a:r>
              <a:rPr b="1" lang="en-US" sz="3000" strike="noStrike" u="none">
                <a:solidFill>
                  <a:schemeClr val="dk1"/>
                </a:solidFill>
                <a:effectLst/>
                <a:uFillTx/>
                <a:latin typeface="Calibri"/>
                <a:ea typeface="Calibri"/>
              </a:rPr>
              <a:t>E.g.</a:t>
            </a:r>
            <a:r>
              <a:rPr b="0" lang="en-US" sz="3000" strike="noStrike" u="none">
                <a:solidFill>
                  <a:schemeClr val="dk1"/>
                </a:solidFill>
                <a:effectLst/>
                <a:uFillTx/>
                <a:latin typeface="Calibri"/>
                <a:ea typeface="Calibri"/>
              </a:rPr>
              <a:t>, </a:t>
            </a:r>
            <a:r>
              <a:rPr b="1" lang="en-US" sz="3000" strike="noStrike" u="none">
                <a:solidFill>
                  <a:schemeClr val="dk1"/>
                </a:solidFill>
                <a:effectLst/>
                <a:uFillTx/>
                <a:latin typeface="Calibri"/>
                <a:ea typeface="Calibri"/>
              </a:rPr>
              <a:t>MPI library</a:t>
            </a:r>
            <a:endParaRPr b="0" lang="en-US" sz="3000" strike="noStrike" u="none">
              <a:solidFill>
                <a:srgbClr val="000000"/>
              </a:solidFill>
              <a:effectLst/>
              <a:uFillTx/>
              <a:latin typeface="Arial"/>
            </a:endParaRPr>
          </a:p>
          <a:p>
            <a:pPr indent="0">
              <a:lnSpc>
                <a:spcPct val="90000"/>
              </a:lnSpc>
              <a:spcBef>
                <a:spcPts val="561"/>
              </a:spcBef>
              <a:buNone/>
              <a:tabLst>
                <a:tab algn="l" pos="0"/>
              </a:tabLst>
            </a:pPr>
            <a:endParaRPr b="0" lang="en-US" sz="2800" strike="noStrike" u="none">
              <a:solidFill>
                <a:srgbClr val="000000"/>
              </a:solidFill>
              <a:effectLst/>
              <a:uFillTx/>
              <a:latin typeface="Arial"/>
            </a:endParaRPr>
          </a:p>
          <a:p>
            <a:pPr marL="343080" indent="-343080" algn="just">
              <a:lnSpc>
                <a:spcPct val="90000"/>
              </a:lnSpc>
              <a:spcBef>
                <a:spcPts val="561"/>
              </a:spcBef>
              <a:buClr>
                <a:srgbClr val="000000"/>
              </a:buClr>
              <a:buFont typeface="Arial"/>
              <a:buChar char="•"/>
              <a:tabLst>
                <a:tab algn="l" pos="0"/>
              </a:tabLst>
            </a:pPr>
            <a:r>
              <a:rPr b="0" lang="en-US" sz="2800" strike="noStrike" u="none">
                <a:solidFill>
                  <a:schemeClr val="dk1"/>
                </a:solidFill>
                <a:effectLst/>
                <a:uFillTx/>
                <a:latin typeface="Calibri"/>
                <a:ea typeface="Calibri"/>
              </a:rPr>
              <a:t>User has </a:t>
            </a:r>
            <a:r>
              <a:rPr b="1" lang="en-US" sz="2800" strike="noStrike" u="none">
                <a:solidFill>
                  <a:srgbClr val="2c14de"/>
                </a:solidFill>
                <a:effectLst/>
                <a:uFillTx/>
                <a:latin typeface="Calibri"/>
                <a:ea typeface="Calibri"/>
              </a:rPr>
              <a:t>complete control/responsibility </a:t>
            </a:r>
            <a:r>
              <a:rPr b="0" lang="en-US" sz="2800" strike="noStrike" u="none">
                <a:solidFill>
                  <a:schemeClr val="dk1"/>
                </a:solidFill>
                <a:effectLst/>
                <a:uFillTx/>
                <a:latin typeface="Calibri"/>
                <a:ea typeface="Calibri"/>
              </a:rPr>
              <a:t>for </a:t>
            </a:r>
            <a:r>
              <a:rPr b="1" lang="en-US" sz="2800" strike="noStrike" u="none">
                <a:solidFill>
                  <a:schemeClr val="dk1"/>
                </a:solidFill>
                <a:effectLst/>
                <a:uFillTx/>
                <a:latin typeface="Calibri"/>
                <a:ea typeface="Calibri"/>
              </a:rPr>
              <a:t>data</a:t>
            </a:r>
            <a:r>
              <a:rPr b="0" lang="en-US" sz="2800" strike="noStrike" u="none">
                <a:solidFill>
                  <a:schemeClr val="dk1"/>
                </a:solidFill>
                <a:effectLst/>
                <a:uFillTx/>
                <a:latin typeface="Calibri"/>
                <a:ea typeface="Calibri"/>
              </a:rPr>
              <a:t> </a:t>
            </a:r>
            <a:r>
              <a:rPr b="1" lang="en-US" sz="2800" strike="noStrike" u="none">
                <a:solidFill>
                  <a:schemeClr val="dk1"/>
                </a:solidFill>
                <a:effectLst/>
                <a:uFillTx/>
                <a:latin typeface="Calibri"/>
                <a:ea typeface="Calibri"/>
              </a:rPr>
              <a:t>placement</a:t>
            </a:r>
            <a:r>
              <a:rPr b="0" lang="en-US" sz="2800" strike="noStrike" u="none">
                <a:solidFill>
                  <a:schemeClr val="dk1"/>
                </a:solidFill>
                <a:effectLst/>
                <a:uFillTx/>
                <a:latin typeface="Calibri"/>
                <a:ea typeface="Calibri"/>
              </a:rPr>
              <a:t> and </a:t>
            </a:r>
            <a:r>
              <a:rPr b="1" lang="en-US" sz="2800" strike="noStrike" u="none">
                <a:solidFill>
                  <a:schemeClr val="dk1"/>
                </a:solidFill>
                <a:effectLst/>
                <a:uFillTx/>
                <a:latin typeface="Calibri"/>
                <a:ea typeface="Calibri"/>
              </a:rPr>
              <a:t>management</a:t>
            </a:r>
            <a:endParaRPr b="0" lang="en-US" sz="2800" strike="noStrike" u="none">
              <a:solidFill>
                <a:srgbClr val="000000"/>
              </a:solidFill>
              <a:effectLst/>
              <a:uFillTx/>
              <a:latin typeface="Arial"/>
            </a:endParaRPr>
          </a:p>
        </p:txBody>
      </p:sp>
      <p:grpSp>
        <p:nvGrpSpPr>
          <p:cNvPr id="312" name="Google Shape;321;p24"/>
          <p:cNvGrpSpPr/>
          <p:nvPr/>
        </p:nvGrpSpPr>
        <p:grpSpPr>
          <a:xfrm>
            <a:off x="1143000" y="4495680"/>
            <a:ext cx="7390080" cy="1599120"/>
            <a:chOff x="1143000" y="4495680"/>
            <a:chExt cx="7390080" cy="1599120"/>
          </a:xfrm>
        </p:grpSpPr>
        <p:sp>
          <p:nvSpPr>
            <p:cNvPr id="313" name="Google Shape;322;p24"/>
            <p:cNvSpPr/>
            <p:nvPr/>
          </p:nvSpPr>
          <p:spPr>
            <a:xfrm>
              <a:off x="1219320" y="4495680"/>
              <a:ext cx="6932880" cy="608040"/>
            </a:xfrm>
            <a:prstGeom prst="rect">
              <a:avLst/>
            </a:prstGeom>
            <a:solidFill>
              <a:srgbClr val="ffccff"/>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0" lang="en-US" sz="2400" strike="noStrike" u="none">
                  <a:solidFill>
                    <a:schemeClr val="dk1"/>
                  </a:solidFill>
                  <a:effectLst/>
                  <a:uFillTx/>
                  <a:latin typeface="Times New Roman"/>
                  <a:ea typeface="Times New Roman"/>
                </a:rPr>
                <a:t>Interconnection Network</a:t>
              </a:r>
              <a:endParaRPr b="0" lang="en-US" sz="2400" strike="noStrike" u="none">
                <a:solidFill>
                  <a:srgbClr val="000000"/>
                </a:solidFill>
                <a:effectLst/>
                <a:uFillTx/>
                <a:latin typeface="Arial"/>
              </a:endParaRPr>
            </a:p>
          </p:txBody>
        </p:sp>
        <p:sp>
          <p:nvSpPr>
            <p:cNvPr id="314" name="Google Shape;323;p24"/>
            <p:cNvSpPr/>
            <p:nvPr/>
          </p:nvSpPr>
          <p:spPr>
            <a:xfrm>
              <a:off x="2362320" y="5562720"/>
              <a:ext cx="912960" cy="53208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0" lang="en-US" sz="1800" strike="noStrike" u="none">
                  <a:solidFill>
                    <a:schemeClr val="dk1"/>
                  </a:solidFill>
                  <a:effectLst/>
                  <a:uFillTx/>
                  <a:latin typeface="Times New Roman"/>
                  <a:ea typeface="Times New Roman"/>
                </a:rPr>
                <a:t>Memory</a:t>
              </a:r>
              <a:endParaRPr b="0" lang="en-US" sz="1800" strike="noStrike" u="none">
                <a:solidFill>
                  <a:srgbClr val="000000"/>
                </a:solidFill>
                <a:effectLst/>
                <a:uFillTx/>
                <a:latin typeface="Arial"/>
              </a:endParaRPr>
            </a:p>
          </p:txBody>
        </p:sp>
        <p:sp>
          <p:nvSpPr>
            <p:cNvPr id="315" name="Google Shape;324;p24"/>
            <p:cNvSpPr/>
            <p:nvPr/>
          </p:nvSpPr>
          <p:spPr>
            <a:xfrm>
              <a:off x="1143000" y="5562720"/>
              <a:ext cx="684360" cy="53208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t">
              <a:noAutofit/>
            </a:bodyPr>
            <a:p>
              <a:pPr marL="343080" indent="-343080" algn="ctr">
                <a:lnSpc>
                  <a:spcPct val="100000"/>
                </a:lnSpc>
                <a:tabLst>
                  <a:tab algn="l" pos="0"/>
                </a:tabLst>
              </a:pPr>
              <a:r>
                <a:rPr b="0" lang="en-US" sz="1800" strike="noStrike" u="none">
                  <a:solidFill>
                    <a:schemeClr val="dk1"/>
                  </a:solidFill>
                  <a:effectLst/>
                  <a:uFillTx/>
                  <a:latin typeface="Times New Roman"/>
                  <a:ea typeface="Times New Roman"/>
                </a:rPr>
                <a:t>CPU</a:t>
              </a:r>
              <a:endParaRPr b="0" lang="en-US" sz="1800" strike="noStrike" u="none">
                <a:solidFill>
                  <a:srgbClr val="000000"/>
                </a:solidFill>
                <a:effectLst/>
                <a:uFillTx/>
                <a:latin typeface="Arial"/>
              </a:endParaRPr>
            </a:p>
          </p:txBody>
        </p:sp>
        <p:cxnSp>
          <p:nvCxnSpPr>
            <p:cNvPr id="316" name="Google Shape;325;p24"/>
            <p:cNvCxnSpPr/>
            <p:nvPr/>
          </p:nvCxnSpPr>
          <p:spPr>
            <a:xfrm>
              <a:off x="2057400" y="5105160"/>
              <a:ext cx="1440" cy="763560"/>
            </a:xfrm>
            <a:prstGeom prst="straightConnector1">
              <a:avLst/>
            </a:prstGeom>
            <a:ln w="9525">
              <a:solidFill>
                <a:srgbClr val="000000"/>
              </a:solidFill>
              <a:miter/>
            </a:ln>
          </p:spPr>
        </p:cxnSp>
        <p:cxnSp>
          <p:nvCxnSpPr>
            <p:cNvPr id="317" name="Google Shape;326;p24"/>
            <p:cNvCxnSpPr/>
            <p:nvPr/>
          </p:nvCxnSpPr>
          <p:spPr>
            <a:xfrm>
              <a:off x="1828800" y="5867280"/>
              <a:ext cx="534600" cy="1440"/>
            </a:xfrm>
            <a:prstGeom prst="straightConnector1">
              <a:avLst/>
            </a:prstGeom>
            <a:ln w="9525">
              <a:solidFill>
                <a:srgbClr val="000000"/>
              </a:solidFill>
              <a:miter/>
            </a:ln>
          </p:spPr>
        </p:cxnSp>
        <p:sp>
          <p:nvSpPr>
            <p:cNvPr id="318" name="Google Shape;327;p24"/>
            <p:cNvSpPr/>
            <p:nvPr/>
          </p:nvSpPr>
          <p:spPr>
            <a:xfrm>
              <a:off x="4648320" y="5562720"/>
              <a:ext cx="912960" cy="53208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0" lang="en-US" sz="1800" strike="noStrike" u="none">
                  <a:solidFill>
                    <a:schemeClr val="dk1"/>
                  </a:solidFill>
                  <a:effectLst/>
                  <a:uFillTx/>
                  <a:latin typeface="Times New Roman"/>
                  <a:ea typeface="Times New Roman"/>
                </a:rPr>
                <a:t>Memory</a:t>
              </a:r>
              <a:endParaRPr b="0" lang="en-US" sz="1800" strike="noStrike" u="none">
                <a:solidFill>
                  <a:srgbClr val="000000"/>
                </a:solidFill>
                <a:effectLst/>
                <a:uFillTx/>
                <a:latin typeface="Arial"/>
              </a:endParaRPr>
            </a:p>
          </p:txBody>
        </p:sp>
        <p:sp>
          <p:nvSpPr>
            <p:cNvPr id="319" name="Google Shape;328;p24"/>
            <p:cNvSpPr/>
            <p:nvPr/>
          </p:nvSpPr>
          <p:spPr>
            <a:xfrm>
              <a:off x="3429000" y="5562720"/>
              <a:ext cx="684360" cy="53208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t">
              <a:noAutofit/>
            </a:bodyPr>
            <a:p>
              <a:pPr marL="343080" indent="-343080" algn="ctr">
                <a:lnSpc>
                  <a:spcPct val="100000"/>
                </a:lnSpc>
                <a:tabLst>
                  <a:tab algn="l" pos="0"/>
                </a:tabLst>
              </a:pPr>
              <a:r>
                <a:rPr b="0" lang="en-US" sz="1800" strike="noStrike" u="none">
                  <a:solidFill>
                    <a:schemeClr val="dk1"/>
                  </a:solidFill>
                  <a:effectLst/>
                  <a:uFillTx/>
                  <a:latin typeface="Times New Roman"/>
                  <a:ea typeface="Times New Roman"/>
                </a:rPr>
                <a:t>CPU</a:t>
              </a:r>
              <a:endParaRPr b="0" lang="en-US" sz="1800" strike="noStrike" u="none">
                <a:solidFill>
                  <a:srgbClr val="000000"/>
                </a:solidFill>
                <a:effectLst/>
                <a:uFillTx/>
                <a:latin typeface="Arial"/>
              </a:endParaRPr>
            </a:p>
          </p:txBody>
        </p:sp>
        <p:cxnSp>
          <p:nvCxnSpPr>
            <p:cNvPr id="320" name="Google Shape;329;p24"/>
            <p:cNvCxnSpPr/>
            <p:nvPr/>
          </p:nvCxnSpPr>
          <p:spPr>
            <a:xfrm>
              <a:off x="4343400" y="5105160"/>
              <a:ext cx="1440" cy="763560"/>
            </a:xfrm>
            <a:prstGeom prst="straightConnector1">
              <a:avLst/>
            </a:prstGeom>
            <a:ln w="9525">
              <a:solidFill>
                <a:srgbClr val="000000"/>
              </a:solidFill>
              <a:miter/>
            </a:ln>
          </p:spPr>
        </p:cxnSp>
        <p:cxnSp>
          <p:nvCxnSpPr>
            <p:cNvPr id="321" name="Google Shape;330;p24"/>
            <p:cNvCxnSpPr/>
            <p:nvPr/>
          </p:nvCxnSpPr>
          <p:spPr>
            <a:xfrm>
              <a:off x="4114800" y="5867280"/>
              <a:ext cx="534600" cy="1440"/>
            </a:xfrm>
            <a:prstGeom prst="straightConnector1">
              <a:avLst/>
            </a:prstGeom>
            <a:ln w="9525">
              <a:solidFill>
                <a:srgbClr val="000000"/>
              </a:solidFill>
              <a:miter/>
            </a:ln>
          </p:spPr>
        </p:cxnSp>
        <p:sp>
          <p:nvSpPr>
            <p:cNvPr id="322" name="Google Shape;331;p24"/>
            <p:cNvSpPr/>
            <p:nvPr/>
          </p:nvSpPr>
          <p:spPr>
            <a:xfrm>
              <a:off x="7620120" y="5562720"/>
              <a:ext cx="912960" cy="53208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0" lang="en-US" sz="1800" strike="noStrike" u="none">
                  <a:solidFill>
                    <a:schemeClr val="dk1"/>
                  </a:solidFill>
                  <a:effectLst/>
                  <a:uFillTx/>
                  <a:latin typeface="Times New Roman"/>
                  <a:ea typeface="Times New Roman"/>
                </a:rPr>
                <a:t>Memory</a:t>
              </a:r>
              <a:endParaRPr b="0" lang="en-US" sz="1800" strike="noStrike" u="none">
                <a:solidFill>
                  <a:srgbClr val="000000"/>
                </a:solidFill>
                <a:effectLst/>
                <a:uFillTx/>
                <a:latin typeface="Arial"/>
              </a:endParaRPr>
            </a:p>
          </p:txBody>
        </p:sp>
        <p:sp>
          <p:nvSpPr>
            <p:cNvPr id="323" name="Google Shape;332;p24"/>
            <p:cNvSpPr/>
            <p:nvPr/>
          </p:nvSpPr>
          <p:spPr>
            <a:xfrm>
              <a:off x="6400800" y="5562720"/>
              <a:ext cx="684360" cy="53208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t">
              <a:noAutofit/>
            </a:bodyPr>
            <a:p>
              <a:pPr marL="343080" indent="-343080" algn="ctr">
                <a:lnSpc>
                  <a:spcPct val="100000"/>
                </a:lnSpc>
                <a:tabLst>
                  <a:tab algn="l" pos="0"/>
                </a:tabLst>
              </a:pPr>
              <a:r>
                <a:rPr b="0" lang="en-US" sz="1800" strike="noStrike" u="none">
                  <a:solidFill>
                    <a:schemeClr val="dk1"/>
                  </a:solidFill>
                  <a:effectLst/>
                  <a:uFillTx/>
                  <a:latin typeface="Times New Roman"/>
                  <a:ea typeface="Times New Roman"/>
                </a:rPr>
                <a:t>CPU</a:t>
              </a:r>
              <a:endParaRPr b="0" lang="en-US" sz="1800" strike="noStrike" u="none">
                <a:solidFill>
                  <a:srgbClr val="000000"/>
                </a:solidFill>
                <a:effectLst/>
                <a:uFillTx/>
                <a:latin typeface="Arial"/>
              </a:endParaRPr>
            </a:p>
          </p:txBody>
        </p:sp>
        <p:cxnSp>
          <p:nvCxnSpPr>
            <p:cNvPr id="324" name="Google Shape;333;p24"/>
            <p:cNvCxnSpPr/>
            <p:nvPr/>
          </p:nvCxnSpPr>
          <p:spPr>
            <a:xfrm>
              <a:off x="7315200" y="5105160"/>
              <a:ext cx="1440" cy="763560"/>
            </a:xfrm>
            <a:prstGeom prst="straightConnector1">
              <a:avLst/>
            </a:prstGeom>
            <a:ln w="9525">
              <a:solidFill>
                <a:srgbClr val="000000"/>
              </a:solidFill>
              <a:miter/>
            </a:ln>
          </p:spPr>
        </p:cxnSp>
        <p:cxnSp>
          <p:nvCxnSpPr>
            <p:cNvPr id="325" name="Google Shape;334;p24"/>
            <p:cNvCxnSpPr/>
            <p:nvPr/>
          </p:nvCxnSpPr>
          <p:spPr>
            <a:xfrm>
              <a:off x="7086600" y="5867280"/>
              <a:ext cx="534600" cy="1440"/>
            </a:xfrm>
            <a:prstGeom prst="straightConnector1">
              <a:avLst/>
            </a:prstGeom>
            <a:ln w="9525">
              <a:solidFill>
                <a:srgbClr val="000000"/>
              </a:solidFill>
              <a:miter/>
            </a:ln>
          </p:spPr>
        </p:cxnSp>
      </p:grpSp>
      <p:sp>
        <p:nvSpPr>
          <p:cNvPr id="326" name="Google Shape;335;p24"/>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title"/>
          </p:nvPr>
        </p:nvSpPr>
        <p:spPr>
          <a:xfrm>
            <a:off x="0" y="0"/>
            <a:ext cx="9142560" cy="912960"/>
          </a:xfrm>
          <a:prstGeom prst="rect">
            <a:avLst/>
          </a:prstGeom>
          <a:noFill/>
          <a:ln w="0">
            <a:noFill/>
          </a:ln>
        </p:spPr>
        <p:txBody>
          <a:bodyPr lIns="91440" rIns="91440" tIns="45720" bIns="45720" anchor="ctr">
            <a:normAutofit/>
          </a:bodyPr>
          <a:p>
            <a:pPr indent="0" algn="ctr">
              <a:lnSpc>
                <a:spcPct val="100000"/>
              </a:lnSpc>
              <a:buNone/>
              <a:tabLst>
                <a:tab algn="l" pos="0"/>
              </a:tabLst>
            </a:pPr>
            <a:r>
              <a:rPr b="1" lang="en-US" sz="4400" strike="noStrike" u="none">
                <a:solidFill>
                  <a:srgbClr val="b80000"/>
                </a:solidFill>
                <a:effectLst/>
                <a:uFillTx/>
                <a:latin typeface="Calibri"/>
                <a:ea typeface="Calibri"/>
              </a:rPr>
              <a:t>Hybrid Systems</a:t>
            </a:r>
            <a:endParaRPr b="0" lang="en-US" sz="4400" strike="noStrike" u="none">
              <a:solidFill>
                <a:srgbClr val="000000"/>
              </a:solidFill>
              <a:effectLst/>
              <a:uFillTx/>
              <a:latin typeface="Arial"/>
            </a:endParaRPr>
          </a:p>
        </p:txBody>
      </p:sp>
      <p:sp>
        <p:nvSpPr>
          <p:cNvPr id="328" name="PlaceHolder 2"/>
          <p:cNvSpPr>
            <a:spLocks noGrp="1"/>
          </p:cNvSpPr>
          <p:nvPr>
            <p:ph/>
          </p:nvPr>
        </p:nvSpPr>
        <p:spPr>
          <a:xfrm>
            <a:off x="76320" y="1104840"/>
            <a:ext cx="9066240" cy="2399040"/>
          </a:xfrm>
          <a:prstGeom prst="rect">
            <a:avLst/>
          </a:prstGeom>
          <a:noFill/>
          <a:ln w="0">
            <a:noFill/>
          </a:ln>
        </p:spPr>
        <p:txBody>
          <a:bodyPr lIns="91440" rIns="91440" tIns="45720" bIns="45720" anchor="t">
            <a:noAutofit/>
          </a:bodyPr>
          <a:p>
            <a:pPr marL="343080" indent="-343080">
              <a:lnSpc>
                <a:spcPct val="90000"/>
              </a:lnSpc>
              <a:buClr>
                <a:srgbClr val="2c14de"/>
              </a:buClr>
              <a:buFont typeface="Arial"/>
              <a:buChar char="•"/>
            </a:pPr>
            <a:r>
              <a:rPr b="1" lang="en-US" sz="3000" strike="noStrike" u="none">
                <a:solidFill>
                  <a:srgbClr val="2c14de"/>
                </a:solidFill>
                <a:effectLst/>
                <a:uFillTx/>
                <a:latin typeface="Calibri"/>
                <a:ea typeface="Calibri"/>
              </a:rPr>
              <a:t>Distributed memory system </a:t>
            </a:r>
            <a:r>
              <a:rPr b="0" lang="en-US" sz="3000" strike="noStrike" u="none">
                <a:solidFill>
                  <a:schemeClr val="dk1"/>
                </a:solidFill>
                <a:effectLst/>
                <a:uFillTx/>
                <a:latin typeface="Calibri"/>
                <a:ea typeface="Calibri"/>
              </a:rPr>
              <a:t>with </a:t>
            </a:r>
            <a:r>
              <a:rPr b="1" lang="en-US" sz="3000" strike="noStrike" u="none">
                <a:solidFill>
                  <a:srgbClr val="2c14de"/>
                </a:solidFill>
                <a:effectLst/>
                <a:uFillTx/>
                <a:latin typeface="Calibri"/>
                <a:ea typeface="Calibri"/>
              </a:rPr>
              <a:t>multiprocessor</a:t>
            </a:r>
            <a:r>
              <a:rPr b="0" lang="en-US" sz="3000" strike="noStrike" u="none">
                <a:solidFill>
                  <a:schemeClr val="dk1"/>
                </a:solidFill>
                <a:effectLst/>
                <a:uFillTx/>
                <a:latin typeface="Calibri"/>
                <a:ea typeface="Calibri"/>
              </a:rPr>
              <a:t> </a:t>
            </a:r>
            <a:r>
              <a:rPr b="1" lang="en-US" sz="3000" strike="noStrike" u="sng">
                <a:solidFill>
                  <a:schemeClr val="dk1"/>
                </a:solidFill>
                <a:effectLst/>
                <a:uFillTx/>
                <a:latin typeface="Calibri"/>
                <a:ea typeface="Calibri"/>
              </a:rPr>
              <a:t>shared memory </a:t>
            </a:r>
            <a:r>
              <a:rPr b="1" lang="en-US" sz="3000" strike="noStrike" u="none">
                <a:solidFill>
                  <a:srgbClr val="2c14de"/>
                </a:solidFill>
                <a:effectLst/>
                <a:uFillTx/>
                <a:latin typeface="Calibri"/>
                <a:ea typeface="Calibri"/>
              </a:rPr>
              <a:t>nodes</a:t>
            </a:r>
            <a:endParaRPr b="0" lang="en-US" sz="3000" strike="noStrike" u="none">
              <a:solidFill>
                <a:srgbClr val="000000"/>
              </a:solidFill>
              <a:effectLst/>
              <a:uFillTx/>
              <a:latin typeface="Arial"/>
            </a:endParaRPr>
          </a:p>
          <a:p>
            <a:pPr marL="343080" indent="-152280">
              <a:lnSpc>
                <a:spcPct val="90000"/>
              </a:lnSpc>
              <a:spcBef>
                <a:spcPts val="601"/>
              </a:spcBef>
              <a:buNone/>
              <a:tabLst>
                <a:tab algn="l" pos="0"/>
              </a:tabLst>
            </a:pPr>
            <a:endParaRPr b="0" lang="en-US" sz="3000" strike="noStrike" u="none">
              <a:solidFill>
                <a:srgbClr val="000000"/>
              </a:solidFill>
              <a:effectLst/>
              <a:uFillTx/>
              <a:latin typeface="Arial"/>
            </a:endParaRPr>
          </a:p>
          <a:p>
            <a:pPr marL="343080" indent="-343080">
              <a:lnSpc>
                <a:spcPct val="90000"/>
              </a:lnSpc>
              <a:spcBef>
                <a:spcPts val="601"/>
              </a:spcBef>
              <a:buClr>
                <a:srgbClr val="000000"/>
              </a:buClr>
              <a:buFont typeface="Arial"/>
              <a:buChar char="•"/>
              <a:tabLst>
                <a:tab algn="l" pos="0"/>
              </a:tabLst>
            </a:pPr>
            <a:r>
              <a:rPr b="1" lang="en-US" sz="3000" strike="noStrike" u="none">
                <a:solidFill>
                  <a:schemeClr val="dk1"/>
                </a:solidFill>
                <a:effectLst/>
                <a:uFillTx/>
                <a:latin typeface="Calibri"/>
                <a:ea typeface="Calibri"/>
              </a:rPr>
              <a:t>Most</a:t>
            </a:r>
            <a:r>
              <a:rPr b="0" lang="en-US" sz="3000" strike="noStrike" u="none">
                <a:solidFill>
                  <a:schemeClr val="dk1"/>
                </a:solidFill>
                <a:effectLst/>
                <a:uFillTx/>
                <a:latin typeface="Calibri"/>
                <a:ea typeface="Calibri"/>
              </a:rPr>
              <a:t> </a:t>
            </a:r>
            <a:r>
              <a:rPr b="1" lang="en-US" sz="3000" strike="noStrike" u="none">
                <a:solidFill>
                  <a:srgbClr val="2c14de"/>
                </a:solidFill>
                <a:effectLst/>
                <a:uFillTx/>
                <a:latin typeface="Calibri"/>
                <a:ea typeface="Calibri"/>
              </a:rPr>
              <a:t>common parallel architecture</a:t>
            </a:r>
            <a:endParaRPr b="0" lang="en-US" sz="3000" strike="noStrike" u="none">
              <a:solidFill>
                <a:srgbClr val="000000"/>
              </a:solidFill>
              <a:effectLst/>
              <a:uFillTx/>
              <a:latin typeface="Arial"/>
            </a:endParaRPr>
          </a:p>
        </p:txBody>
      </p:sp>
      <p:grpSp>
        <p:nvGrpSpPr>
          <p:cNvPr id="329" name="Google Shape;343;p25"/>
          <p:cNvGrpSpPr/>
          <p:nvPr/>
        </p:nvGrpSpPr>
        <p:grpSpPr>
          <a:xfrm>
            <a:off x="685800" y="3276720"/>
            <a:ext cx="7847280" cy="2894040"/>
            <a:chOff x="685800" y="3276720"/>
            <a:chExt cx="7847280" cy="2894040"/>
          </a:xfrm>
        </p:grpSpPr>
        <p:sp>
          <p:nvSpPr>
            <p:cNvPr id="330" name="Google Shape;344;p25"/>
            <p:cNvSpPr/>
            <p:nvPr/>
          </p:nvSpPr>
          <p:spPr>
            <a:xfrm>
              <a:off x="990720" y="5638680"/>
              <a:ext cx="684360" cy="37944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t">
              <a:noAutofit/>
            </a:bodyPr>
            <a:p>
              <a:pPr marL="343080" indent="-343080" algn="ctr">
                <a:lnSpc>
                  <a:spcPct val="100000"/>
                </a:lnSpc>
                <a:tabLst>
                  <a:tab algn="l" pos="0"/>
                </a:tabLst>
              </a:pPr>
              <a:r>
                <a:rPr b="0" lang="en-US" sz="1800" strike="noStrike" u="none">
                  <a:solidFill>
                    <a:schemeClr val="dk1"/>
                  </a:solidFill>
                  <a:effectLst/>
                  <a:uFillTx/>
                  <a:latin typeface="Times New Roman"/>
                  <a:ea typeface="Times New Roman"/>
                </a:rPr>
                <a:t>CPU</a:t>
              </a:r>
              <a:endParaRPr b="0" lang="en-US" sz="1800" strike="noStrike" u="none">
                <a:solidFill>
                  <a:srgbClr val="000000"/>
                </a:solidFill>
                <a:effectLst/>
                <a:uFillTx/>
                <a:latin typeface="Arial"/>
              </a:endParaRPr>
            </a:p>
          </p:txBody>
        </p:sp>
        <p:sp>
          <p:nvSpPr>
            <p:cNvPr id="331" name="Google Shape;345;p25"/>
            <p:cNvSpPr/>
            <p:nvPr/>
          </p:nvSpPr>
          <p:spPr>
            <a:xfrm rot="5400000">
              <a:off x="2135160" y="4876920"/>
              <a:ext cx="912960" cy="53208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0" lang="en-US" sz="1800" strike="noStrike" u="none">
                  <a:solidFill>
                    <a:schemeClr val="dk1"/>
                  </a:solidFill>
                  <a:effectLst/>
                  <a:uFillTx/>
                  <a:latin typeface="Times New Roman"/>
                  <a:ea typeface="Times New Roman"/>
                </a:rPr>
                <a:t>Memory</a:t>
              </a:r>
              <a:endParaRPr b="0" lang="en-US" sz="1800" strike="noStrike" u="none">
                <a:solidFill>
                  <a:srgbClr val="000000"/>
                </a:solidFill>
                <a:effectLst/>
                <a:uFillTx/>
                <a:latin typeface="Arial"/>
              </a:endParaRPr>
            </a:p>
          </p:txBody>
        </p:sp>
        <p:sp>
          <p:nvSpPr>
            <p:cNvPr id="332" name="Google Shape;346;p25"/>
            <p:cNvSpPr/>
            <p:nvPr/>
          </p:nvSpPr>
          <p:spPr>
            <a:xfrm>
              <a:off x="990720" y="4800600"/>
              <a:ext cx="684360" cy="37944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t">
              <a:noAutofit/>
            </a:bodyPr>
            <a:p>
              <a:pPr marL="343080" indent="-343080" algn="ctr">
                <a:lnSpc>
                  <a:spcPct val="100000"/>
                </a:lnSpc>
                <a:tabLst>
                  <a:tab algn="l" pos="0"/>
                </a:tabLst>
              </a:pPr>
              <a:r>
                <a:rPr b="0" lang="en-US" sz="1800" strike="noStrike" u="none">
                  <a:solidFill>
                    <a:schemeClr val="dk1"/>
                  </a:solidFill>
                  <a:effectLst/>
                  <a:uFillTx/>
                  <a:latin typeface="Times New Roman"/>
                  <a:ea typeface="Times New Roman"/>
                </a:rPr>
                <a:t>CPU</a:t>
              </a:r>
              <a:endParaRPr b="0" lang="en-US" sz="1800" strike="noStrike" u="none">
                <a:solidFill>
                  <a:srgbClr val="000000"/>
                </a:solidFill>
                <a:effectLst/>
                <a:uFillTx/>
                <a:latin typeface="Arial"/>
              </a:endParaRPr>
            </a:p>
          </p:txBody>
        </p:sp>
        <p:sp>
          <p:nvSpPr>
            <p:cNvPr id="333" name="Google Shape;347;p25"/>
            <p:cNvSpPr/>
            <p:nvPr/>
          </p:nvSpPr>
          <p:spPr>
            <a:xfrm>
              <a:off x="990720" y="4343400"/>
              <a:ext cx="684360" cy="37944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t">
              <a:noAutofit/>
            </a:bodyPr>
            <a:p>
              <a:pPr marL="343080" indent="-343080" algn="ctr">
                <a:lnSpc>
                  <a:spcPct val="100000"/>
                </a:lnSpc>
                <a:tabLst>
                  <a:tab algn="l" pos="0"/>
                </a:tabLst>
              </a:pPr>
              <a:r>
                <a:rPr b="0" lang="en-US" sz="1800" strike="noStrike" u="none">
                  <a:solidFill>
                    <a:schemeClr val="dk1"/>
                  </a:solidFill>
                  <a:effectLst/>
                  <a:uFillTx/>
                  <a:latin typeface="Times New Roman"/>
                  <a:ea typeface="Times New Roman"/>
                </a:rPr>
                <a:t>CPU</a:t>
              </a:r>
              <a:endParaRPr b="0" lang="en-US" sz="1800" strike="noStrike" u="none">
                <a:solidFill>
                  <a:srgbClr val="000000"/>
                </a:solidFill>
                <a:effectLst/>
                <a:uFillTx/>
                <a:latin typeface="Arial"/>
              </a:endParaRPr>
            </a:p>
          </p:txBody>
        </p:sp>
        <p:cxnSp>
          <p:nvCxnSpPr>
            <p:cNvPr id="334" name="Google Shape;348;p25"/>
            <p:cNvCxnSpPr/>
            <p:nvPr/>
          </p:nvCxnSpPr>
          <p:spPr>
            <a:xfrm>
              <a:off x="1371600" y="5257800"/>
              <a:ext cx="1440" cy="306000"/>
            </a:xfrm>
            <a:prstGeom prst="straightConnector1">
              <a:avLst/>
            </a:prstGeom>
            <a:ln cap="rnd" w="9525">
              <a:solidFill>
                <a:srgbClr val="000000"/>
              </a:solidFill>
              <a:prstDash val="dot"/>
              <a:miter/>
            </a:ln>
          </p:spPr>
        </p:cxnSp>
        <p:sp>
          <p:nvSpPr>
            <p:cNvPr id="335" name="Google Shape;349;p25"/>
            <p:cNvSpPr/>
            <p:nvPr/>
          </p:nvSpPr>
          <p:spPr>
            <a:xfrm>
              <a:off x="1219320" y="3886200"/>
              <a:ext cx="1675080" cy="379440"/>
            </a:xfrm>
            <a:prstGeom prst="rect">
              <a:avLst/>
            </a:prstGeom>
            <a:solidFill>
              <a:srgbClr val="ffccff"/>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1" lang="en-US" sz="1600" strike="noStrike" u="none">
                  <a:solidFill>
                    <a:schemeClr val="dk1"/>
                  </a:solidFill>
                  <a:effectLst/>
                  <a:uFillTx/>
                  <a:latin typeface="Times New Roman"/>
                  <a:ea typeface="Times New Roman"/>
                </a:rPr>
                <a:t>Network Interface</a:t>
              </a:r>
              <a:endParaRPr b="0" lang="en-US" sz="1600" strike="noStrike" u="none">
                <a:solidFill>
                  <a:srgbClr val="000000"/>
                </a:solidFill>
                <a:effectLst/>
                <a:uFillTx/>
                <a:latin typeface="Arial"/>
              </a:endParaRPr>
            </a:p>
          </p:txBody>
        </p:sp>
        <p:cxnSp>
          <p:nvCxnSpPr>
            <p:cNvPr id="336" name="Google Shape;350;p25"/>
            <p:cNvCxnSpPr/>
            <p:nvPr/>
          </p:nvCxnSpPr>
          <p:spPr>
            <a:xfrm>
              <a:off x="2057400" y="4419360"/>
              <a:ext cx="1440" cy="1525680"/>
            </a:xfrm>
            <a:prstGeom prst="straightConnector1">
              <a:avLst/>
            </a:prstGeom>
            <a:ln w="127000">
              <a:solidFill>
                <a:srgbClr val="000000"/>
              </a:solidFill>
              <a:miter/>
            </a:ln>
          </p:spPr>
        </p:cxnSp>
        <p:cxnSp>
          <p:nvCxnSpPr>
            <p:cNvPr id="337" name="Google Shape;351;p25"/>
            <p:cNvCxnSpPr/>
            <p:nvPr/>
          </p:nvCxnSpPr>
          <p:spPr>
            <a:xfrm>
              <a:off x="1676160" y="4572000"/>
              <a:ext cx="306360" cy="1440"/>
            </a:xfrm>
            <a:prstGeom prst="straightConnector1">
              <a:avLst/>
            </a:prstGeom>
            <a:ln w="9525">
              <a:solidFill>
                <a:srgbClr val="000000"/>
              </a:solidFill>
              <a:miter/>
            </a:ln>
          </p:spPr>
        </p:cxnSp>
        <p:cxnSp>
          <p:nvCxnSpPr>
            <p:cNvPr id="338" name="Google Shape;352;p25"/>
            <p:cNvCxnSpPr/>
            <p:nvPr/>
          </p:nvCxnSpPr>
          <p:spPr>
            <a:xfrm>
              <a:off x="2057400" y="5181480"/>
              <a:ext cx="382320" cy="1440"/>
            </a:xfrm>
            <a:prstGeom prst="straightConnector1">
              <a:avLst/>
            </a:prstGeom>
            <a:ln w="9525">
              <a:solidFill>
                <a:srgbClr val="000000"/>
              </a:solidFill>
              <a:miter/>
            </a:ln>
          </p:spPr>
        </p:cxnSp>
        <p:cxnSp>
          <p:nvCxnSpPr>
            <p:cNvPr id="339" name="Google Shape;353;p25"/>
            <p:cNvCxnSpPr/>
            <p:nvPr/>
          </p:nvCxnSpPr>
          <p:spPr>
            <a:xfrm>
              <a:off x="1676160" y="4952880"/>
              <a:ext cx="306360" cy="1440"/>
            </a:xfrm>
            <a:prstGeom prst="straightConnector1">
              <a:avLst/>
            </a:prstGeom>
            <a:ln w="9525">
              <a:solidFill>
                <a:srgbClr val="000000"/>
              </a:solidFill>
              <a:miter/>
            </a:ln>
          </p:spPr>
        </p:cxnSp>
        <p:cxnSp>
          <p:nvCxnSpPr>
            <p:cNvPr id="340" name="Google Shape;354;p25"/>
            <p:cNvCxnSpPr/>
            <p:nvPr/>
          </p:nvCxnSpPr>
          <p:spPr>
            <a:xfrm>
              <a:off x="1676160" y="5867280"/>
              <a:ext cx="306360" cy="1440"/>
            </a:xfrm>
            <a:prstGeom prst="straightConnector1">
              <a:avLst/>
            </a:prstGeom>
            <a:ln w="9525">
              <a:solidFill>
                <a:srgbClr val="000000"/>
              </a:solidFill>
              <a:miter/>
            </a:ln>
          </p:spPr>
        </p:cxnSp>
        <p:grpSp>
          <p:nvGrpSpPr>
            <p:cNvPr id="341" name="Google Shape;355;p25"/>
            <p:cNvGrpSpPr/>
            <p:nvPr/>
          </p:nvGrpSpPr>
          <p:grpSpPr>
            <a:xfrm>
              <a:off x="685800" y="3276720"/>
              <a:ext cx="7847280" cy="2894040"/>
              <a:chOff x="685800" y="3276720"/>
              <a:chExt cx="7847280" cy="2894040"/>
            </a:xfrm>
          </p:grpSpPr>
          <p:cxnSp>
            <p:nvCxnSpPr>
              <p:cNvPr id="342" name="Google Shape;356;p25"/>
              <p:cNvCxnSpPr/>
              <p:nvPr/>
            </p:nvCxnSpPr>
            <p:spPr>
              <a:xfrm>
                <a:off x="1904760" y="3733560"/>
                <a:ext cx="1440" cy="154080"/>
              </a:xfrm>
              <a:prstGeom prst="straightConnector1">
                <a:avLst/>
              </a:prstGeom>
              <a:ln w="9525">
                <a:solidFill>
                  <a:srgbClr val="000000"/>
                </a:solidFill>
                <a:miter/>
              </a:ln>
            </p:spPr>
          </p:cxnSp>
          <p:cxnSp>
            <p:nvCxnSpPr>
              <p:cNvPr id="343" name="Google Shape;357;p25"/>
              <p:cNvCxnSpPr/>
              <p:nvPr/>
            </p:nvCxnSpPr>
            <p:spPr>
              <a:xfrm>
                <a:off x="7238880" y="3733560"/>
                <a:ext cx="1440" cy="154080"/>
              </a:xfrm>
              <a:prstGeom prst="straightConnector1">
                <a:avLst/>
              </a:prstGeom>
              <a:ln w="9525">
                <a:solidFill>
                  <a:srgbClr val="000000"/>
                </a:solidFill>
                <a:miter/>
              </a:ln>
            </p:spPr>
          </p:cxnSp>
          <p:grpSp>
            <p:nvGrpSpPr>
              <p:cNvPr id="344" name="Google Shape;358;p25"/>
              <p:cNvGrpSpPr/>
              <p:nvPr/>
            </p:nvGrpSpPr>
            <p:grpSpPr>
              <a:xfrm>
                <a:off x="685800" y="3276720"/>
                <a:ext cx="7847280" cy="2894040"/>
                <a:chOff x="685800" y="3276720"/>
                <a:chExt cx="7847280" cy="2894040"/>
              </a:xfrm>
            </p:grpSpPr>
            <p:sp>
              <p:nvSpPr>
                <p:cNvPr id="345" name="Google Shape;359;p25"/>
                <p:cNvSpPr/>
                <p:nvPr/>
              </p:nvSpPr>
              <p:spPr>
                <a:xfrm>
                  <a:off x="1066680" y="3276720"/>
                  <a:ext cx="6932880" cy="455760"/>
                </a:xfrm>
                <a:prstGeom prst="rect">
                  <a:avLst/>
                </a:prstGeom>
                <a:solidFill>
                  <a:srgbClr val="8cb3e3"/>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0" lang="en-US" sz="2800" strike="noStrike" u="none">
                      <a:solidFill>
                        <a:schemeClr val="dk1"/>
                      </a:solidFill>
                      <a:effectLst/>
                      <a:uFillTx/>
                      <a:latin typeface="Times New Roman"/>
                      <a:ea typeface="Times New Roman"/>
                    </a:rPr>
                    <a:t>Interconnection Network</a:t>
                  </a:r>
                  <a:endParaRPr b="0" lang="en-US" sz="2800" strike="noStrike" u="none">
                    <a:solidFill>
                      <a:srgbClr val="000000"/>
                    </a:solidFill>
                    <a:effectLst/>
                    <a:uFillTx/>
                    <a:latin typeface="Arial"/>
                  </a:endParaRPr>
                </a:p>
              </p:txBody>
            </p:sp>
            <p:sp>
              <p:nvSpPr>
                <p:cNvPr id="346" name="Google Shape;360;p25"/>
                <p:cNvSpPr/>
                <p:nvPr/>
              </p:nvSpPr>
              <p:spPr>
                <a:xfrm>
                  <a:off x="685800" y="3886200"/>
                  <a:ext cx="2513160" cy="2284560"/>
                </a:xfrm>
                <a:prstGeom prst="rect">
                  <a:avLst/>
                </a:prstGeom>
                <a:noFill/>
                <a:ln w="9525">
                  <a:solidFill>
                    <a:srgbClr val="000000"/>
                  </a:solidFill>
                  <a:miter/>
                </a:ln>
              </p:spPr>
              <p:style>
                <a:lnRef idx="0"/>
                <a:fillRef idx="0"/>
                <a:effectRef idx="0"/>
                <a:fontRef idx="minor"/>
              </p:style>
              <p:txBody>
                <a:bodyPr lIns="90000" rIns="90000" tIns="45000" bIns="45000" anchor="ctr">
                  <a:noAutofit/>
                </a:bodyPr>
                <a:p>
                  <a:pPr>
                    <a:lnSpc>
                      <a:spcPct val="100000"/>
                    </a:lnSpc>
                    <a:tabLst>
                      <a:tab algn="l" pos="0"/>
                    </a:tabLst>
                  </a:pPr>
                  <a:endParaRPr b="0" lang="en-US" sz="1400" strike="noStrike" u="none">
                    <a:solidFill>
                      <a:srgbClr val="000000"/>
                    </a:solidFill>
                    <a:effectLst/>
                    <a:uFillTx/>
                    <a:latin typeface="Arial"/>
                  </a:endParaRPr>
                </a:p>
              </p:txBody>
            </p:sp>
            <p:grpSp>
              <p:nvGrpSpPr>
                <p:cNvPr id="347" name="Google Shape;361;p25"/>
                <p:cNvGrpSpPr/>
                <p:nvPr/>
              </p:nvGrpSpPr>
              <p:grpSpPr>
                <a:xfrm>
                  <a:off x="6019920" y="3886200"/>
                  <a:ext cx="2513160" cy="2284560"/>
                  <a:chOff x="6019920" y="3886200"/>
                  <a:chExt cx="2513160" cy="2284560"/>
                </a:xfrm>
              </p:grpSpPr>
              <p:sp>
                <p:nvSpPr>
                  <p:cNvPr id="348" name="Google Shape;362;p25"/>
                  <p:cNvSpPr/>
                  <p:nvPr/>
                </p:nvSpPr>
                <p:spPr>
                  <a:xfrm>
                    <a:off x="6248520" y="5715000"/>
                    <a:ext cx="684360" cy="37944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t">
                    <a:noAutofit/>
                  </a:bodyPr>
                  <a:p>
                    <a:pPr marL="343080" indent="-343080" algn="ctr">
                      <a:lnSpc>
                        <a:spcPct val="100000"/>
                      </a:lnSpc>
                      <a:tabLst>
                        <a:tab algn="l" pos="0"/>
                      </a:tabLst>
                    </a:pPr>
                    <a:r>
                      <a:rPr b="0" lang="en-US" sz="1800" strike="noStrike" u="none">
                        <a:solidFill>
                          <a:schemeClr val="dk1"/>
                        </a:solidFill>
                        <a:effectLst/>
                        <a:uFillTx/>
                        <a:latin typeface="Times New Roman"/>
                        <a:ea typeface="Times New Roman"/>
                      </a:rPr>
                      <a:t>CPU</a:t>
                    </a:r>
                    <a:endParaRPr b="0" lang="en-US" sz="1800" strike="noStrike" u="none">
                      <a:solidFill>
                        <a:srgbClr val="000000"/>
                      </a:solidFill>
                      <a:effectLst/>
                      <a:uFillTx/>
                      <a:latin typeface="Arial"/>
                    </a:endParaRPr>
                  </a:p>
                </p:txBody>
              </p:sp>
              <p:sp>
                <p:nvSpPr>
                  <p:cNvPr id="349" name="Google Shape;363;p25"/>
                  <p:cNvSpPr/>
                  <p:nvPr/>
                </p:nvSpPr>
                <p:spPr>
                  <a:xfrm rot="5400000">
                    <a:off x="7392960" y="4952880"/>
                    <a:ext cx="912960" cy="53208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0" lang="en-US" sz="1800" strike="noStrike" u="none">
                        <a:solidFill>
                          <a:schemeClr val="dk1"/>
                        </a:solidFill>
                        <a:effectLst/>
                        <a:uFillTx/>
                        <a:latin typeface="Times New Roman"/>
                        <a:ea typeface="Times New Roman"/>
                      </a:rPr>
                      <a:t>Memory</a:t>
                    </a:r>
                    <a:endParaRPr b="0" lang="en-US" sz="1800" strike="noStrike" u="none">
                      <a:solidFill>
                        <a:srgbClr val="000000"/>
                      </a:solidFill>
                      <a:effectLst/>
                      <a:uFillTx/>
                      <a:latin typeface="Arial"/>
                    </a:endParaRPr>
                  </a:p>
                </p:txBody>
              </p:sp>
              <p:sp>
                <p:nvSpPr>
                  <p:cNvPr id="350" name="Google Shape;364;p25"/>
                  <p:cNvSpPr/>
                  <p:nvPr/>
                </p:nvSpPr>
                <p:spPr>
                  <a:xfrm>
                    <a:off x="6019920" y="3886200"/>
                    <a:ext cx="2513160" cy="2284560"/>
                  </a:xfrm>
                  <a:prstGeom prst="rect">
                    <a:avLst/>
                  </a:prstGeom>
                  <a:noFill/>
                  <a:ln w="9525">
                    <a:solidFill>
                      <a:srgbClr val="000000"/>
                    </a:solidFill>
                    <a:miter/>
                  </a:ln>
                </p:spPr>
                <p:style>
                  <a:lnRef idx="0"/>
                  <a:fillRef idx="0"/>
                  <a:effectRef idx="0"/>
                  <a:fontRef idx="minor"/>
                </p:style>
                <p:txBody>
                  <a:bodyPr lIns="90000" rIns="90000" tIns="45000" bIns="45000" anchor="ctr">
                    <a:noAutofit/>
                  </a:bodyPr>
                  <a:p>
                    <a:pPr>
                      <a:lnSpc>
                        <a:spcPct val="100000"/>
                      </a:lnSpc>
                      <a:tabLst>
                        <a:tab algn="l" pos="0"/>
                      </a:tabLst>
                    </a:pPr>
                    <a:endParaRPr b="0" lang="en-US" sz="1400" strike="noStrike" u="none">
                      <a:solidFill>
                        <a:srgbClr val="000000"/>
                      </a:solidFill>
                      <a:effectLst/>
                      <a:uFillTx/>
                      <a:latin typeface="Arial"/>
                    </a:endParaRPr>
                  </a:p>
                </p:txBody>
              </p:sp>
              <p:sp>
                <p:nvSpPr>
                  <p:cNvPr id="351" name="Google Shape;365;p25"/>
                  <p:cNvSpPr/>
                  <p:nvPr/>
                </p:nvSpPr>
                <p:spPr>
                  <a:xfrm>
                    <a:off x="6248520" y="4876920"/>
                    <a:ext cx="684360" cy="37944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t">
                    <a:noAutofit/>
                  </a:bodyPr>
                  <a:p>
                    <a:pPr marL="343080" indent="-343080" algn="ctr">
                      <a:lnSpc>
                        <a:spcPct val="100000"/>
                      </a:lnSpc>
                      <a:tabLst>
                        <a:tab algn="l" pos="0"/>
                      </a:tabLst>
                    </a:pPr>
                    <a:r>
                      <a:rPr b="0" lang="en-US" sz="1800" strike="noStrike" u="none">
                        <a:solidFill>
                          <a:schemeClr val="dk1"/>
                        </a:solidFill>
                        <a:effectLst/>
                        <a:uFillTx/>
                        <a:latin typeface="Times New Roman"/>
                        <a:ea typeface="Times New Roman"/>
                      </a:rPr>
                      <a:t>CPU</a:t>
                    </a:r>
                    <a:endParaRPr b="0" lang="en-US" sz="1800" strike="noStrike" u="none">
                      <a:solidFill>
                        <a:srgbClr val="000000"/>
                      </a:solidFill>
                      <a:effectLst/>
                      <a:uFillTx/>
                      <a:latin typeface="Arial"/>
                    </a:endParaRPr>
                  </a:p>
                </p:txBody>
              </p:sp>
              <p:sp>
                <p:nvSpPr>
                  <p:cNvPr id="352" name="Google Shape;366;p25"/>
                  <p:cNvSpPr/>
                  <p:nvPr/>
                </p:nvSpPr>
                <p:spPr>
                  <a:xfrm>
                    <a:off x="6248520" y="4419720"/>
                    <a:ext cx="684360" cy="37944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t">
                    <a:noAutofit/>
                  </a:bodyPr>
                  <a:p>
                    <a:pPr marL="343080" indent="-343080" algn="ctr">
                      <a:lnSpc>
                        <a:spcPct val="100000"/>
                      </a:lnSpc>
                      <a:tabLst>
                        <a:tab algn="l" pos="0"/>
                      </a:tabLst>
                    </a:pPr>
                    <a:r>
                      <a:rPr b="0" lang="en-US" sz="1800" strike="noStrike" u="none">
                        <a:solidFill>
                          <a:schemeClr val="dk1"/>
                        </a:solidFill>
                        <a:effectLst/>
                        <a:uFillTx/>
                        <a:latin typeface="Times New Roman"/>
                        <a:ea typeface="Times New Roman"/>
                      </a:rPr>
                      <a:t>CPU</a:t>
                    </a:r>
                    <a:endParaRPr b="0" lang="en-US" sz="1800" strike="noStrike" u="none">
                      <a:solidFill>
                        <a:srgbClr val="000000"/>
                      </a:solidFill>
                      <a:effectLst/>
                      <a:uFillTx/>
                      <a:latin typeface="Arial"/>
                    </a:endParaRPr>
                  </a:p>
                </p:txBody>
              </p:sp>
              <p:cxnSp>
                <p:nvCxnSpPr>
                  <p:cNvPr id="353" name="Google Shape;367;p25"/>
                  <p:cNvCxnSpPr/>
                  <p:nvPr/>
                </p:nvCxnSpPr>
                <p:spPr>
                  <a:xfrm>
                    <a:off x="6629400" y="5333760"/>
                    <a:ext cx="1440" cy="306360"/>
                  </a:xfrm>
                  <a:prstGeom prst="straightConnector1">
                    <a:avLst/>
                  </a:prstGeom>
                  <a:ln cap="rnd" w="9525">
                    <a:solidFill>
                      <a:srgbClr val="000000"/>
                    </a:solidFill>
                    <a:prstDash val="dot"/>
                    <a:miter/>
                  </a:ln>
                </p:spPr>
              </p:cxnSp>
              <p:sp>
                <p:nvSpPr>
                  <p:cNvPr id="354" name="Google Shape;368;p25"/>
                  <p:cNvSpPr/>
                  <p:nvPr/>
                </p:nvSpPr>
                <p:spPr>
                  <a:xfrm>
                    <a:off x="6477120" y="3962520"/>
                    <a:ext cx="1751040" cy="379440"/>
                  </a:xfrm>
                  <a:prstGeom prst="rect">
                    <a:avLst/>
                  </a:prstGeom>
                  <a:solidFill>
                    <a:srgbClr val="ffccff"/>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1" lang="en-US" sz="1600" strike="noStrike" u="none">
                        <a:solidFill>
                          <a:schemeClr val="dk1"/>
                        </a:solidFill>
                        <a:effectLst/>
                        <a:uFillTx/>
                        <a:latin typeface="Times New Roman"/>
                        <a:ea typeface="Times New Roman"/>
                      </a:rPr>
                      <a:t>Network Interface</a:t>
                    </a:r>
                    <a:endParaRPr b="0" lang="en-US" sz="1600" strike="noStrike" u="none">
                      <a:solidFill>
                        <a:srgbClr val="000000"/>
                      </a:solidFill>
                      <a:effectLst/>
                      <a:uFillTx/>
                      <a:latin typeface="Arial"/>
                    </a:endParaRPr>
                  </a:p>
                </p:txBody>
              </p:sp>
              <p:cxnSp>
                <p:nvCxnSpPr>
                  <p:cNvPr id="355" name="Google Shape;369;p25"/>
                  <p:cNvCxnSpPr/>
                  <p:nvPr/>
                </p:nvCxnSpPr>
                <p:spPr>
                  <a:xfrm>
                    <a:off x="7315200" y="4495680"/>
                    <a:ext cx="1440" cy="1525320"/>
                  </a:xfrm>
                  <a:prstGeom prst="straightConnector1">
                    <a:avLst/>
                  </a:prstGeom>
                  <a:ln w="127000">
                    <a:solidFill>
                      <a:srgbClr val="000000"/>
                    </a:solidFill>
                    <a:miter/>
                  </a:ln>
                </p:spPr>
              </p:cxnSp>
              <p:cxnSp>
                <p:nvCxnSpPr>
                  <p:cNvPr id="356" name="Google Shape;370;p25"/>
                  <p:cNvCxnSpPr/>
                  <p:nvPr/>
                </p:nvCxnSpPr>
                <p:spPr>
                  <a:xfrm>
                    <a:off x="6933960" y="4647960"/>
                    <a:ext cx="306360" cy="1440"/>
                  </a:xfrm>
                  <a:prstGeom prst="straightConnector1">
                    <a:avLst/>
                  </a:prstGeom>
                  <a:ln w="9525">
                    <a:solidFill>
                      <a:srgbClr val="000000"/>
                    </a:solidFill>
                    <a:miter/>
                  </a:ln>
                </p:spPr>
              </p:cxnSp>
              <p:cxnSp>
                <p:nvCxnSpPr>
                  <p:cNvPr id="357" name="Google Shape;371;p25"/>
                  <p:cNvCxnSpPr/>
                  <p:nvPr/>
                </p:nvCxnSpPr>
                <p:spPr>
                  <a:xfrm>
                    <a:off x="7315200" y="5257800"/>
                    <a:ext cx="382320" cy="1440"/>
                  </a:xfrm>
                  <a:prstGeom prst="straightConnector1">
                    <a:avLst/>
                  </a:prstGeom>
                  <a:ln w="9525">
                    <a:solidFill>
                      <a:srgbClr val="000000"/>
                    </a:solidFill>
                    <a:miter/>
                  </a:ln>
                </p:spPr>
              </p:cxnSp>
              <p:cxnSp>
                <p:nvCxnSpPr>
                  <p:cNvPr id="358" name="Google Shape;372;p25"/>
                  <p:cNvCxnSpPr/>
                  <p:nvPr/>
                </p:nvCxnSpPr>
                <p:spPr>
                  <a:xfrm>
                    <a:off x="6933960" y="5029200"/>
                    <a:ext cx="306360" cy="1440"/>
                  </a:xfrm>
                  <a:prstGeom prst="straightConnector1">
                    <a:avLst/>
                  </a:prstGeom>
                  <a:ln w="9525">
                    <a:solidFill>
                      <a:srgbClr val="000000"/>
                    </a:solidFill>
                    <a:miter/>
                  </a:ln>
                </p:spPr>
              </p:cxnSp>
              <p:cxnSp>
                <p:nvCxnSpPr>
                  <p:cNvPr id="359" name="Google Shape;373;p25"/>
                  <p:cNvCxnSpPr/>
                  <p:nvPr/>
                </p:nvCxnSpPr>
                <p:spPr>
                  <a:xfrm>
                    <a:off x="6933960" y="5943600"/>
                    <a:ext cx="306360" cy="1440"/>
                  </a:xfrm>
                  <a:prstGeom prst="straightConnector1">
                    <a:avLst/>
                  </a:prstGeom>
                  <a:ln w="9525">
                    <a:solidFill>
                      <a:srgbClr val="000000"/>
                    </a:solidFill>
                    <a:miter/>
                  </a:ln>
                </p:spPr>
              </p:cxnSp>
            </p:grpSp>
            <p:grpSp>
              <p:nvGrpSpPr>
                <p:cNvPr id="360" name="Google Shape;374;p25"/>
                <p:cNvGrpSpPr/>
                <p:nvPr/>
              </p:nvGrpSpPr>
              <p:grpSpPr>
                <a:xfrm>
                  <a:off x="3352680" y="3886200"/>
                  <a:ext cx="2513160" cy="2284560"/>
                  <a:chOff x="3352680" y="3886200"/>
                  <a:chExt cx="2513160" cy="2284560"/>
                </a:xfrm>
              </p:grpSpPr>
              <p:sp>
                <p:nvSpPr>
                  <p:cNvPr id="361" name="Google Shape;375;p25"/>
                  <p:cNvSpPr/>
                  <p:nvPr/>
                </p:nvSpPr>
                <p:spPr>
                  <a:xfrm>
                    <a:off x="3581280" y="5715000"/>
                    <a:ext cx="684360" cy="37944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t">
                    <a:noAutofit/>
                  </a:bodyPr>
                  <a:p>
                    <a:pPr marL="343080" indent="-343080" algn="ctr">
                      <a:lnSpc>
                        <a:spcPct val="100000"/>
                      </a:lnSpc>
                      <a:tabLst>
                        <a:tab algn="l" pos="0"/>
                      </a:tabLst>
                    </a:pPr>
                    <a:r>
                      <a:rPr b="0" lang="en-US" sz="1800" strike="noStrike" u="none">
                        <a:solidFill>
                          <a:schemeClr val="dk1"/>
                        </a:solidFill>
                        <a:effectLst/>
                        <a:uFillTx/>
                        <a:latin typeface="Times New Roman"/>
                        <a:ea typeface="Times New Roman"/>
                      </a:rPr>
                      <a:t>CPU</a:t>
                    </a:r>
                    <a:endParaRPr b="0" lang="en-US" sz="1800" strike="noStrike" u="none">
                      <a:solidFill>
                        <a:srgbClr val="000000"/>
                      </a:solidFill>
                      <a:effectLst/>
                      <a:uFillTx/>
                      <a:latin typeface="Arial"/>
                    </a:endParaRPr>
                  </a:p>
                </p:txBody>
              </p:sp>
              <p:sp>
                <p:nvSpPr>
                  <p:cNvPr id="362" name="Google Shape;376;p25"/>
                  <p:cNvSpPr/>
                  <p:nvPr/>
                </p:nvSpPr>
                <p:spPr>
                  <a:xfrm rot="5400000">
                    <a:off x="4725720" y="4952880"/>
                    <a:ext cx="912960" cy="53208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0" lang="en-US" sz="1800" strike="noStrike" u="none">
                        <a:solidFill>
                          <a:schemeClr val="dk1"/>
                        </a:solidFill>
                        <a:effectLst/>
                        <a:uFillTx/>
                        <a:latin typeface="Times New Roman"/>
                        <a:ea typeface="Times New Roman"/>
                      </a:rPr>
                      <a:t>Memory</a:t>
                    </a:r>
                    <a:endParaRPr b="0" lang="en-US" sz="1800" strike="noStrike" u="none">
                      <a:solidFill>
                        <a:srgbClr val="000000"/>
                      </a:solidFill>
                      <a:effectLst/>
                      <a:uFillTx/>
                      <a:latin typeface="Arial"/>
                    </a:endParaRPr>
                  </a:p>
                </p:txBody>
              </p:sp>
              <p:sp>
                <p:nvSpPr>
                  <p:cNvPr id="363" name="Google Shape;377;p25"/>
                  <p:cNvSpPr/>
                  <p:nvPr/>
                </p:nvSpPr>
                <p:spPr>
                  <a:xfrm>
                    <a:off x="3352680" y="3886200"/>
                    <a:ext cx="2513160" cy="2284560"/>
                  </a:xfrm>
                  <a:prstGeom prst="rect">
                    <a:avLst/>
                  </a:prstGeom>
                  <a:noFill/>
                  <a:ln w="9525">
                    <a:solidFill>
                      <a:srgbClr val="000000"/>
                    </a:solidFill>
                    <a:miter/>
                  </a:ln>
                </p:spPr>
                <p:style>
                  <a:lnRef idx="0"/>
                  <a:fillRef idx="0"/>
                  <a:effectRef idx="0"/>
                  <a:fontRef idx="minor"/>
                </p:style>
                <p:txBody>
                  <a:bodyPr lIns="90000" rIns="90000" tIns="45000" bIns="45000" anchor="ctr">
                    <a:noAutofit/>
                  </a:bodyPr>
                  <a:p>
                    <a:pPr>
                      <a:lnSpc>
                        <a:spcPct val="100000"/>
                      </a:lnSpc>
                      <a:tabLst>
                        <a:tab algn="l" pos="0"/>
                      </a:tabLst>
                    </a:pPr>
                    <a:endParaRPr b="0" lang="en-US" sz="1400" strike="noStrike" u="none">
                      <a:solidFill>
                        <a:srgbClr val="000000"/>
                      </a:solidFill>
                      <a:effectLst/>
                      <a:uFillTx/>
                      <a:latin typeface="Arial"/>
                    </a:endParaRPr>
                  </a:p>
                </p:txBody>
              </p:sp>
              <p:sp>
                <p:nvSpPr>
                  <p:cNvPr id="364" name="Google Shape;378;p25"/>
                  <p:cNvSpPr/>
                  <p:nvPr/>
                </p:nvSpPr>
                <p:spPr>
                  <a:xfrm>
                    <a:off x="3581280" y="4876920"/>
                    <a:ext cx="684360" cy="37944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t">
                    <a:noAutofit/>
                  </a:bodyPr>
                  <a:p>
                    <a:pPr marL="343080" indent="-343080" algn="ctr">
                      <a:lnSpc>
                        <a:spcPct val="100000"/>
                      </a:lnSpc>
                      <a:tabLst>
                        <a:tab algn="l" pos="0"/>
                      </a:tabLst>
                    </a:pPr>
                    <a:r>
                      <a:rPr b="0" lang="en-US" sz="1800" strike="noStrike" u="none">
                        <a:solidFill>
                          <a:schemeClr val="dk1"/>
                        </a:solidFill>
                        <a:effectLst/>
                        <a:uFillTx/>
                        <a:latin typeface="Times New Roman"/>
                        <a:ea typeface="Times New Roman"/>
                      </a:rPr>
                      <a:t>CPU</a:t>
                    </a:r>
                    <a:endParaRPr b="0" lang="en-US" sz="1800" strike="noStrike" u="none">
                      <a:solidFill>
                        <a:srgbClr val="000000"/>
                      </a:solidFill>
                      <a:effectLst/>
                      <a:uFillTx/>
                      <a:latin typeface="Arial"/>
                    </a:endParaRPr>
                  </a:p>
                </p:txBody>
              </p:sp>
              <p:sp>
                <p:nvSpPr>
                  <p:cNvPr id="365" name="Google Shape;379;p25"/>
                  <p:cNvSpPr/>
                  <p:nvPr/>
                </p:nvSpPr>
                <p:spPr>
                  <a:xfrm>
                    <a:off x="3581280" y="4419720"/>
                    <a:ext cx="684360" cy="379440"/>
                  </a:xfrm>
                  <a:prstGeom prst="rect">
                    <a:avLst/>
                  </a:prstGeom>
                  <a:solidFill>
                    <a:srgbClr val="ccffcc"/>
                  </a:solidFill>
                  <a:ln w="9525">
                    <a:solidFill>
                      <a:srgbClr val="000000"/>
                    </a:solidFill>
                    <a:miter/>
                  </a:ln>
                </p:spPr>
                <p:style>
                  <a:lnRef idx="0"/>
                  <a:fillRef idx="0"/>
                  <a:effectRef idx="0"/>
                  <a:fontRef idx="minor"/>
                </p:style>
                <p:txBody>
                  <a:bodyPr lIns="90000" rIns="90000" tIns="45000" bIns="45000" anchor="t">
                    <a:noAutofit/>
                  </a:bodyPr>
                  <a:p>
                    <a:pPr marL="343080" indent="-343080" algn="ctr">
                      <a:lnSpc>
                        <a:spcPct val="100000"/>
                      </a:lnSpc>
                      <a:tabLst>
                        <a:tab algn="l" pos="0"/>
                      </a:tabLst>
                    </a:pPr>
                    <a:r>
                      <a:rPr b="0" lang="en-US" sz="1800" strike="noStrike" u="none">
                        <a:solidFill>
                          <a:schemeClr val="dk1"/>
                        </a:solidFill>
                        <a:effectLst/>
                        <a:uFillTx/>
                        <a:latin typeface="Times New Roman"/>
                        <a:ea typeface="Times New Roman"/>
                      </a:rPr>
                      <a:t>CPU</a:t>
                    </a:r>
                    <a:endParaRPr b="0" lang="en-US" sz="1800" strike="noStrike" u="none">
                      <a:solidFill>
                        <a:srgbClr val="000000"/>
                      </a:solidFill>
                      <a:effectLst/>
                      <a:uFillTx/>
                      <a:latin typeface="Arial"/>
                    </a:endParaRPr>
                  </a:p>
                </p:txBody>
              </p:sp>
              <p:cxnSp>
                <p:nvCxnSpPr>
                  <p:cNvPr id="366" name="Google Shape;380;p25"/>
                  <p:cNvCxnSpPr/>
                  <p:nvPr/>
                </p:nvCxnSpPr>
                <p:spPr>
                  <a:xfrm>
                    <a:off x="3962160" y="5333760"/>
                    <a:ext cx="1440" cy="306360"/>
                  </a:xfrm>
                  <a:prstGeom prst="straightConnector1">
                    <a:avLst/>
                  </a:prstGeom>
                  <a:ln cap="rnd" w="9525">
                    <a:solidFill>
                      <a:srgbClr val="000000"/>
                    </a:solidFill>
                    <a:prstDash val="dot"/>
                    <a:miter/>
                  </a:ln>
                </p:spPr>
              </p:cxnSp>
              <p:sp>
                <p:nvSpPr>
                  <p:cNvPr id="367" name="Google Shape;381;p25"/>
                  <p:cNvSpPr/>
                  <p:nvPr/>
                </p:nvSpPr>
                <p:spPr>
                  <a:xfrm>
                    <a:off x="3657600" y="3962520"/>
                    <a:ext cx="1903680" cy="379440"/>
                  </a:xfrm>
                  <a:prstGeom prst="rect">
                    <a:avLst/>
                  </a:prstGeom>
                  <a:solidFill>
                    <a:srgbClr val="ffccff"/>
                  </a:solidFill>
                  <a:ln w="9525">
                    <a:solidFill>
                      <a:srgbClr val="000000"/>
                    </a:solidFill>
                    <a:miter/>
                  </a:ln>
                </p:spPr>
                <p:style>
                  <a:lnRef idx="0"/>
                  <a:fillRef idx="0"/>
                  <a:effectRef idx="0"/>
                  <a:fontRef idx="minor"/>
                </p:style>
                <p:txBody>
                  <a:bodyPr lIns="90000" rIns="90000" tIns="45000" bIns="45000" anchor="ctr">
                    <a:noAutofit/>
                  </a:bodyPr>
                  <a:p>
                    <a:pPr algn="ctr">
                      <a:lnSpc>
                        <a:spcPct val="100000"/>
                      </a:lnSpc>
                      <a:tabLst>
                        <a:tab algn="l" pos="0"/>
                      </a:tabLst>
                    </a:pPr>
                    <a:r>
                      <a:rPr b="1" lang="en-US" sz="1600" strike="noStrike" u="none">
                        <a:solidFill>
                          <a:schemeClr val="dk1"/>
                        </a:solidFill>
                        <a:effectLst/>
                        <a:uFillTx/>
                        <a:latin typeface="Times New Roman"/>
                        <a:ea typeface="Times New Roman"/>
                      </a:rPr>
                      <a:t>Network Interface</a:t>
                    </a:r>
                    <a:endParaRPr b="0" lang="en-US" sz="1600" strike="noStrike" u="none">
                      <a:solidFill>
                        <a:srgbClr val="000000"/>
                      </a:solidFill>
                      <a:effectLst/>
                      <a:uFillTx/>
                      <a:latin typeface="Arial"/>
                    </a:endParaRPr>
                  </a:p>
                </p:txBody>
              </p:sp>
              <p:cxnSp>
                <p:nvCxnSpPr>
                  <p:cNvPr id="368" name="Google Shape;382;p25"/>
                  <p:cNvCxnSpPr/>
                  <p:nvPr/>
                </p:nvCxnSpPr>
                <p:spPr>
                  <a:xfrm>
                    <a:off x="4647960" y="4495680"/>
                    <a:ext cx="1440" cy="1525320"/>
                  </a:xfrm>
                  <a:prstGeom prst="straightConnector1">
                    <a:avLst/>
                  </a:prstGeom>
                  <a:ln w="127000">
                    <a:solidFill>
                      <a:srgbClr val="000000"/>
                    </a:solidFill>
                    <a:miter/>
                  </a:ln>
                </p:spPr>
              </p:cxnSp>
              <p:cxnSp>
                <p:nvCxnSpPr>
                  <p:cNvPr id="369" name="Google Shape;383;p25"/>
                  <p:cNvCxnSpPr/>
                  <p:nvPr/>
                </p:nvCxnSpPr>
                <p:spPr>
                  <a:xfrm>
                    <a:off x="4267080" y="4647960"/>
                    <a:ext cx="306360" cy="1440"/>
                  </a:xfrm>
                  <a:prstGeom prst="straightConnector1">
                    <a:avLst/>
                  </a:prstGeom>
                  <a:ln w="9525">
                    <a:solidFill>
                      <a:srgbClr val="000000"/>
                    </a:solidFill>
                    <a:miter/>
                  </a:ln>
                </p:spPr>
              </p:cxnSp>
              <p:cxnSp>
                <p:nvCxnSpPr>
                  <p:cNvPr id="370" name="Google Shape;384;p25"/>
                  <p:cNvCxnSpPr/>
                  <p:nvPr/>
                </p:nvCxnSpPr>
                <p:spPr>
                  <a:xfrm>
                    <a:off x="4647960" y="5257800"/>
                    <a:ext cx="382680" cy="1440"/>
                  </a:xfrm>
                  <a:prstGeom prst="straightConnector1">
                    <a:avLst/>
                  </a:prstGeom>
                  <a:ln w="9525">
                    <a:solidFill>
                      <a:srgbClr val="000000"/>
                    </a:solidFill>
                    <a:miter/>
                  </a:ln>
                </p:spPr>
              </p:cxnSp>
              <p:cxnSp>
                <p:nvCxnSpPr>
                  <p:cNvPr id="371" name="Google Shape;385;p25"/>
                  <p:cNvCxnSpPr/>
                  <p:nvPr/>
                </p:nvCxnSpPr>
                <p:spPr>
                  <a:xfrm>
                    <a:off x="4267080" y="5029200"/>
                    <a:ext cx="306360" cy="1440"/>
                  </a:xfrm>
                  <a:prstGeom prst="straightConnector1">
                    <a:avLst/>
                  </a:prstGeom>
                  <a:ln w="9525">
                    <a:solidFill>
                      <a:srgbClr val="000000"/>
                    </a:solidFill>
                    <a:miter/>
                  </a:ln>
                </p:spPr>
              </p:cxnSp>
              <p:cxnSp>
                <p:nvCxnSpPr>
                  <p:cNvPr id="372" name="Google Shape;386;p25"/>
                  <p:cNvCxnSpPr/>
                  <p:nvPr/>
                </p:nvCxnSpPr>
                <p:spPr>
                  <a:xfrm>
                    <a:off x="4267080" y="5943600"/>
                    <a:ext cx="306360" cy="1440"/>
                  </a:xfrm>
                  <a:prstGeom prst="straightConnector1">
                    <a:avLst/>
                  </a:prstGeom>
                  <a:ln w="9525">
                    <a:solidFill>
                      <a:srgbClr val="000000"/>
                    </a:solidFill>
                    <a:miter/>
                  </a:ln>
                </p:spPr>
              </p:cxnSp>
            </p:grpSp>
          </p:grpSp>
          <p:cxnSp>
            <p:nvCxnSpPr>
              <p:cNvPr id="373" name="Google Shape;387;p25"/>
              <p:cNvCxnSpPr/>
              <p:nvPr/>
            </p:nvCxnSpPr>
            <p:spPr>
              <a:xfrm>
                <a:off x="4572000" y="3733560"/>
                <a:ext cx="1440" cy="154080"/>
              </a:xfrm>
              <a:prstGeom prst="straightConnector1">
                <a:avLst/>
              </a:prstGeom>
              <a:ln w="9525">
                <a:solidFill>
                  <a:srgbClr val="000000"/>
                </a:solidFill>
                <a:miter/>
              </a:ln>
            </p:spPr>
          </p:cxnSp>
        </p:grpSp>
      </p:grpSp>
      <p:sp>
        <p:nvSpPr>
          <p:cNvPr id="374" name="Google Shape;388;p25"/>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p:nvPr>
        </p:nvSpPr>
        <p:spPr>
          <a:xfrm>
            <a:off x="228600" y="1143000"/>
            <a:ext cx="8761680" cy="5637240"/>
          </a:xfrm>
          <a:prstGeom prst="rect">
            <a:avLst/>
          </a:prstGeom>
          <a:noFill/>
          <a:ln w="0">
            <a:noFill/>
          </a:ln>
        </p:spPr>
        <p:txBody>
          <a:bodyPr lIns="91440" rIns="91440" tIns="45720" bIns="45720" anchor="t">
            <a:normAutofit/>
          </a:bodyPr>
          <a:p>
            <a:pPr marL="343080" indent="-343080">
              <a:lnSpc>
                <a:spcPct val="100000"/>
              </a:lnSpc>
              <a:buClr>
                <a:srgbClr val="000000"/>
              </a:buClr>
              <a:buFont typeface="Arial"/>
              <a:buChar char="•"/>
            </a:pPr>
            <a:r>
              <a:rPr b="0" lang="en-US" sz="3200" strike="noStrike" u="none">
                <a:solidFill>
                  <a:schemeClr val="dk1"/>
                </a:solidFill>
                <a:effectLst/>
                <a:uFillTx/>
                <a:latin typeface="Calibri"/>
                <a:ea typeface="Calibri"/>
              </a:rPr>
              <a:t>We will discuss it at a later stage.</a:t>
            </a:r>
            <a:endParaRPr b="0" lang="en-US" sz="3200" strike="noStrike" u="none">
              <a:solidFill>
                <a:srgbClr val="000000"/>
              </a:solidFill>
              <a:effectLst/>
              <a:uFillTx/>
              <a:latin typeface="Arial"/>
            </a:endParaRPr>
          </a:p>
          <a:p>
            <a:pPr marL="343080" indent="0">
              <a:lnSpc>
                <a:spcPct val="100000"/>
              </a:lnSpc>
              <a:buNone/>
              <a:tabLst>
                <a:tab algn="l" pos="0"/>
              </a:tabLst>
            </a:pPr>
            <a:endParaRPr b="0" lang="en-US" sz="3200" strike="noStrike" u="none">
              <a:solidFill>
                <a:srgbClr val="000000"/>
              </a:solidFill>
              <a:effectLst/>
              <a:uFillTx/>
              <a:latin typeface="Arial"/>
            </a:endParaRPr>
          </a:p>
          <a:p>
            <a:pPr marL="343080" indent="-343080">
              <a:lnSpc>
                <a:spcPct val="100000"/>
              </a:lnSpc>
              <a:buClr>
                <a:srgbClr val="000000"/>
              </a:buClr>
              <a:buFont typeface="Arial"/>
              <a:buChar char="•"/>
              <a:tabLst>
                <a:tab algn="l" pos="0"/>
              </a:tabLst>
            </a:pPr>
            <a:r>
              <a:rPr b="0" lang="en-US" sz="3200" strike="noStrike" u="none">
                <a:solidFill>
                  <a:schemeClr val="dk1"/>
                </a:solidFill>
                <a:effectLst/>
                <a:uFillTx/>
                <a:latin typeface="Calibri"/>
                <a:ea typeface="Calibri"/>
              </a:rPr>
              <a:t>Using </a:t>
            </a:r>
            <a:r>
              <a:rPr b="1" lang="en-US" sz="3200" strike="noStrike" u="none">
                <a:solidFill>
                  <a:srgbClr val="2c14de"/>
                </a:solidFill>
                <a:effectLst/>
                <a:uFillTx/>
                <a:latin typeface="Calibri"/>
                <a:ea typeface="Calibri"/>
              </a:rPr>
              <a:t>distributed systems </a:t>
            </a:r>
            <a:r>
              <a:rPr b="0" lang="en-US" sz="3200" strike="noStrike" u="none">
                <a:solidFill>
                  <a:schemeClr val="dk1"/>
                </a:solidFill>
                <a:effectLst/>
                <a:uFillTx/>
                <a:latin typeface="Calibri"/>
                <a:ea typeface="Calibri"/>
              </a:rPr>
              <a:t>to </a:t>
            </a:r>
            <a:r>
              <a:rPr b="1" lang="en-US" sz="3200" strike="noStrike" u="none">
                <a:solidFill>
                  <a:schemeClr val="dk1"/>
                </a:solidFill>
                <a:effectLst/>
                <a:uFillTx/>
                <a:latin typeface="Calibri"/>
                <a:ea typeface="Calibri"/>
              </a:rPr>
              <a:t>solve large problems</a:t>
            </a:r>
            <a:endParaRPr b="0" lang="en-US" sz="3200" strike="noStrike" u="none">
              <a:solidFill>
                <a:srgbClr val="000000"/>
              </a:solidFill>
              <a:effectLst/>
              <a:uFillTx/>
              <a:latin typeface="Arial"/>
            </a:endParaRPr>
          </a:p>
          <a:p>
            <a:pPr marL="343080" indent="-139680">
              <a:lnSpc>
                <a:spcPct val="100000"/>
              </a:lnSpc>
              <a:spcBef>
                <a:spcPts val="641"/>
              </a:spcBef>
              <a:buNone/>
              <a:tabLst>
                <a:tab algn="l" pos="0"/>
              </a:tabLst>
            </a:pPr>
            <a:endParaRPr b="0" lang="en-US" sz="3200" strike="noStrike" u="none">
              <a:solidFill>
                <a:srgbClr val="000000"/>
              </a:solidFill>
              <a:effectLst/>
              <a:uFillTx/>
              <a:latin typeface="Arial"/>
            </a:endParaRPr>
          </a:p>
          <a:p>
            <a:pPr marL="343080" indent="-343080">
              <a:lnSpc>
                <a:spcPct val="100000"/>
              </a:lnSpc>
              <a:spcBef>
                <a:spcPts val="641"/>
              </a:spcBef>
              <a:buClr>
                <a:srgbClr val="000000"/>
              </a:buClr>
              <a:buFont typeface="Arial"/>
              <a:buChar char="•"/>
              <a:tabLst>
                <a:tab algn="l" pos="0"/>
              </a:tabLst>
            </a:pPr>
            <a:r>
              <a:rPr b="1" lang="en-US" sz="3200" strike="noStrike" u="none">
                <a:solidFill>
                  <a:schemeClr val="dk1"/>
                </a:solidFill>
                <a:effectLst/>
                <a:uFillTx/>
                <a:latin typeface="Calibri"/>
                <a:ea typeface="Calibri"/>
              </a:rPr>
              <a:t>Paradigms:</a:t>
            </a:r>
            <a:endParaRPr b="0" lang="en-US" sz="3200" strike="noStrike" u="none">
              <a:solidFill>
                <a:srgbClr val="000000"/>
              </a:solidFill>
              <a:effectLst/>
              <a:uFillTx/>
              <a:latin typeface="Arial"/>
            </a:endParaRPr>
          </a:p>
          <a:p>
            <a:pPr lvl="1" marL="743040" indent="-285840">
              <a:lnSpc>
                <a:spcPct val="100000"/>
              </a:lnSpc>
              <a:spcBef>
                <a:spcPts val="561"/>
              </a:spcBef>
              <a:buClr>
                <a:srgbClr val="000000"/>
              </a:buClr>
              <a:buFont typeface="Arial"/>
              <a:buChar char="–"/>
              <a:tabLst>
                <a:tab algn="l" pos="0"/>
              </a:tabLst>
            </a:pPr>
            <a:r>
              <a:rPr b="1" lang="en-US" sz="2800" strike="noStrike" u="none">
                <a:solidFill>
                  <a:schemeClr val="dk1"/>
                </a:solidFill>
                <a:effectLst/>
                <a:uFillTx/>
                <a:latin typeface="Calibri"/>
                <a:ea typeface="Calibri"/>
              </a:rPr>
              <a:t>Cluster</a:t>
            </a:r>
            <a:r>
              <a:rPr b="0" lang="en-US" sz="2800" strike="noStrike" u="none">
                <a:solidFill>
                  <a:schemeClr val="dk1"/>
                </a:solidFill>
                <a:effectLst/>
                <a:uFillTx/>
                <a:latin typeface="Calibri"/>
                <a:ea typeface="Calibri"/>
              </a:rPr>
              <a:t> computing</a:t>
            </a:r>
            <a:endParaRPr b="0" lang="en-US" sz="2800" strike="noStrike" u="none">
              <a:solidFill>
                <a:srgbClr val="000000"/>
              </a:solidFill>
              <a:effectLst/>
              <a:uFillTx/>
              <a:latin typeface="Arial"/>
            </a:endParaRPr>
          </a:p>
          <a:p>
            <a:pPr lvl="1" marL="743040" indent="-285840">
              <a:lnSpc>
                <a:spcPct val="100000"/>
              </a:lnSpc>
              <a:spcBef>
                <a:spcPts val="561"/>
              </a:spcBef>
              <a:buClr>
                <a:srgbClr val="000000"/>
              </a:buClr>
              <a:buFont typeface="Arial"/>
              <a:buChar char="–"/>
              <a:tabLst>
                <a:tab algn="l" pos="0"/>
              </a:tabLst>
            </a:pPr>
            <a:r>
              <a:rPr b="1" lang="en-US" sz="2800" strike="noStrike" u="none">
                <a:solidFill>
                  <a:schemeClr val="dk1"/>
                </a:solidFill>
                <a:effectLst/>
                <a:uFillTx/>
                <a:latin typeface="Calibri"/>
                <a:ea typeface="Calibri"/>
              </a:rPr>
              <a:t>Grid</a:t>
            </a:r>
            <a:r>
              <a:rPr b="0" lang="en-US" sz="2800" strike="noStrike" u="none">
                <a:solidFill>
                  <a:schemeClr val="dk1"/>
                </a:solidFill>
                <a:effectLst/>
                <a:uFillTx/>
                <a:latin typeface="Calibri"/>
                <a:ea typeface="Calibri"/>
              </a:rPr>
              <a:t> computing</a:t>
            </a:r>
            <a:endParaRPr b="0" lang="en-US" sz="2800" strike="noStrike" u="none">
              <a:solidFill>
                <a:srgbClr val="000000"/>
              </a:solidFill>
              <a:effectLst/>
              <a:uFillTx/>
              <a:latin typeface="Arial"/>
            </a:endParaRPr>
          </a:p>
          <a:p>
            <a:pPr lvl="1" marL="743040" indent="-285840">
              <a:lnSpc>
                <a:spcPct val="100000"/>
              </a:lnSpc>
              <a:spcBef>
                <a:spcPts val="561"/>
              </a:spcBef>
              <a:buClr>
                <a:srgbClr val="000000"/>
              </a:buClr>
              <a:buFont typeface="Arial"/>
              <a:buChar char="–"/>
              <a:tabLst>
                <a:tab algn="l" pos="0"/>
              </a:tabLst>
            </a:pPr>
            <a:r>
              <a:rPr b="1" lang="en-US" sz="2800" strike="noStrike" u="none">
                <a:solidFill>
                  <a:schemeClr val="dk1"/>
                </a:solidFill>
                <a:effectLst/>
                <a:uFillTx/>
                <a:latin typeface="Calibri"/>
                <a:ea typeface="Calibri"/>
              </a:rPr>
              <a:t>Cloud</a:t>
            </a:r>
            <a:r>
              <a:rPr b="0" lang="en-US" sz="2800" strike="noStrike" u="none">
                <a:solidFill>
                  <a:schemeClr val="dk1"/>
                </a:solidFill>
                <a:effectLst/>
                <a:uFillTx/>
                <a:latin typeface="Calibri"/>
                <a:ea typeface="Calibri"/>
              </a:rPr>
              <a:t> computing</a:t>
            </a:r>
            <a:endParaRPr b="0" lang="en-US" sz="2800" strike="noStrike" u="none">
              <a:solidFill>
                <a:srgbClr val="000000"/>
              </a:solidFill>
              <a:effectLst/>
              <a:uFillTx/>
              <a:latin typeface="Arial"/>
            </a:endParaRPr>
          </a:p>
          <a:p>
            <a:pPr marL="343080" indent="-139680">
              <a:lnSpc>
                <a:spcPct val="100000"/>
              </a:lnSpc>
              <a:spcBef>
                <a:spcPts val="641"/>
              </a:spcBef>
              <a:buNone/>
              <a:tabLst>
                <a:tab algn="l" pos="0"/>
              </a:tabLst>
            </a:pPr>
            <a:endParaRPr b="0" lang="en-US" sz="3200" strike="noStrike" u="none">
              <a:solidFill>
                <a:srgbClr val="000000"/>
              </a:solidFill>
              <a:effectLst/>
              <a:uFillTx/>
              <a:latin typeface="Arial"/>
            </a:endParaRPr>
          </a:p>
          <a:p>
            <a:pPr marL="343080" indent="0">
              <a:lnSpc>
                <a:spcPct val="100000"/>
              </a:lnSpc>
              <a:spcBef>
                <a:spcPts val="641"/>
              </a:spcBef>
              <a:buNone/>
              <a:tabLst>
                <a:tab algn="l" pos="0"/>
              </a:tabLst>
            </a:pPr>
            <a:endParaRPr b="0" lang="en-US" sz="3200" strike="noStrike" u="none">
              <a:solidFill>
                <a:srgbClr val="000000"/>
              </a:solidFill>
              <a:effectLst/>
              <a:uFillTx/>
              <a:latin typeface="Arial"/>
            </a:endParaRPr>
          </a:p>
          <a:p>
            <a:pPr marL="343080" indent="-139680">
              <a:lnSpc>
                <a:spcPct val="100000"/>
              </a:lnSpc>
              <a:spcBef>
                <a:spcPts val="641"/>
              </a:spcBef>
              <a:buNone/>
              <a:tabLst>
                <a:tab algn="l" pos="0"/>
              </a:tabLst>
            </a:pPr>
            <a:endParaRPr b="0" lang="en-US" sz="3200" strike="noStrike" u="none">
              <a:solidFill>
                <a:srgbClr val="000000"/>
              </a:solidFill>
              <a:effectLst/>
              <a:uFillTx/>
              <a:latin typeface="Arial"/>
            </a:endParaRPr>
          </a:p>
          <a:p>
            <a:pPr marL="343080" indent="-139680">
              <a:lnSpc>
                <a:spcPct val="100000"/>
              </a:lnSpc>
              <a:spcBef>
                <a:spcPts val="641"/>
              </a:spcBef>
              <a:buNone/>
              <a:tabLst>
                <a:tab algn="l" pos="0"/>
              </a:tabLst>
            </a:pPr>
            <a:endParaRPr b="0" lang="en-US" sz="3200" strike="noStrike" u="none">
              <a:solidFill>
                <a:srgbClr val="000000"/>
              </a:solidFill>
              <a:effectLst/>
              <a:uFillTx/>
              <a:latin typeface="Arial"/>
            </a:endParaRPr>
          </a:p>
          <a:p>
            <a:pPr marL="343080" indent="-139680">
              <a:lnSpc>
                <a:spcPct val="100000"/>
              </a:lnSpc>
              <a:spcBef>
                <a:spcPts val="641"/>
              </a:spcBef>
              <a:buNone/>
              <a:tabLst>
                <a:tab algn="l" pos="0"/>
              </a:tabLst>
            </a:pPr>
            <a:endParaRPr b="0" lang="en-US" sz="3200" strike="noStrike" u="none">
              <a:solidFill>
                <a:srgbClr val="000000"/>
              </a:solidFill>
              <a:effectLst/>
              <a:uFillTx/>
              <a:latin typeface="Arial"/>
            </a:endParaRPr>
          </a:p>
        </p:txBody>
      </p:sp>
      <p:sp>
        <p:nvSpPr>
          <p:cNvPr id="376" name="Google Shape;405;p27"/>
          <p:cNvSpPr/>
          <p:nvPr/>
        </p:nvSpPr>
        <p:spPr>
          <a:xfrm>
            <a:off x="0" y="0"/>
            <a:ext cx="9142560" cy="905760"/>
          </a:xfrm>
          <a:prstGeom prst="rect">
            <a:avLst/>
          </a:prstGeom>
          <a:noFill/>
          <a:ln w="0">
            <a:noFill/>
          </a:ln>
        </p:spPr>
        <p:style>
          <a:lnRef idx="0"/>
          <a:fillRef idx="0"/>
          <a:effectRef idx="0"/>
          <a:fontRef idx="minor"/>
        </p:style>
        <p:txBody>
          <a:bodyPr lIns="90000" rIns="90000" tIns="45000" bIns="45000" anchor="ctr">
            <a:normAutofit/>
          </a:bodyPr>
          <a:p>
            <a:pPr algn="ctr">
              <a:lnSpc>
                <a:spcPct val="100000"/>
              </a:lnSpc>
              <a:tabLst>
                <a:tab algn="l" pos="0"/>
              </a:tabLst>
            </a:pPr>
            <a:r>
              <a:rPr b="1" lang="en-US" sz="4800" strike="noStrike" u="none">
                <a:solidFill>
                  <a:srgbClr val="b80000"/>
                </a:solidFill>
                <a:effectLst/>
                <a:uFillTx/>
                <a:latin typeface="Calibri"/>
                <a:ea typeface="Calibri"/>
              </a:rPr>
              <a:t>Distributed Computing</a:t>
            </a:r>
            <a:endParaRPr b="0" lang="en-US" sz="4800" strike="noStrike" u="none">
              <a:solidFill>
                <a:srgbClr val="000000"/>
              </a:solidFill>
              <a:effectLst/>
              <a:uFillTx/>
              <a:latin typeface="Arial"/>
            </a:endParaRPr>
          </a:p>
        </p:txBody>
      </p:sp>
      <p:sp>
        <p:nvSpPr>
          <p:cNvPr id="377" name="Google Shape;406;p27"/>
          <p:cNvSpPr/>
          <p:nvPr/>
        </p:nvSpPr>
        <p:spPr>
          <a:xfrm>
            <a:off x="76320" y="914400"/>
            <a:ext cx="9066240" cy="44280"/>
          </a:xfrm>
          <a:prstGeom prst="rect">
            <a:avLst/>
          </a:prstGeom>
          <a:solidFill>
            <a:srgbClr val="17365d"/>
          </a:solidFill>
          <a:ln w="0">
            <a:noFill/>
          </a:ln>
        </p:spPr>
        <p:style>
          <a:lnRef idx="0"/>
          <a:fillRef idx="0"/>
          <a:effectRef idx="0"/>
          <a:fontRef idx="minor"/>
        </p:style>
        <p:txBody>
          <a:bodyPr lIns="90000" rIns="90000" tIns="22320" bIns="22320" anchor="ctr">
            <a:noAutofit/>
          </a:bodyPr>
          <a:p>
            <a:pPr algn="ctr">
              <a:lnSpc>
                <a:spcPct val="100000"/>
              </a:lnSpc>
              <a:tabLst>
                <a:tab algn="l" pos="0"/>
              </a:tabLst>
            </a:pPr>
            <a:endParaRPr b="0" lang="en-US" sz="14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title"/>
          </p:nvPr>
        </p:nvSpPr>
        <p:spPr>
          <a:xfrm>
            <a:off x="1447920" y="2133720"/>
            <a:ext cx="6247080" cy="989280"/>
          </a:xfrm>
          <a:prstGeom prst="rect">
            <a:avLst/>
          </a:prstGeom>
          <a:noFill/>
          <a:ln w="0">
            <a:noFill/>
          </a:ln>
        </p:spPr>
        <p:txBody>
          <a:bodyPr lIns="91440" rIns="91440" tIns="45720" bIns="45720" anchor="ctr">
            <a:noAutofit/>
          </a:bodyPr>
          <a:p>
            <a:pPr indent="0" algn="ctr">
              <a:lnSpc>
                <a:spcPct val="100000"/>
              </a:lnSpc>
              <a:buNone/>
              <a:tabLst>
                <a:tab algn="l" pos="0"/>
              </a:tabLst>
            </a:pPr>
            <a:r>
              <a:rPr b="1" lang="en-US" sz="4400" strike="noStrike" u="none">
                <a:solidFill>
                  <a:srgbClr val="b80000"/>
                </a:solidFill>
                <a:effectLst/>
                <a:uFillTx/>
                <a:latin typeface="Calibri"/>
                <a:ea typeface="Calibri"/>
              </a:rPr>
              <a:t>Any Questions?</a:t>
            </a:r>
            <a:endParaRPr b="0" lang="en-US" sz="44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pitchFamily="0" charset="1"/>
        <a:ea typeface=""/>
        <a:cs typeface=""/>
      </a:majorFont>
      <a:minorFont>
        <a:latin typeface="Arial"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4.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1325</TotalTime>
  <Application>LibreOffice/25.8.3.2$Linux_X86_64 LibreOffice_project/580$Build-2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2012-08-28T12:59:58Z</dcterms:created>
  <dc:creator>aleem</dc:creator>
  <dc:description/>
  <dc:language>en-US</dc:language>
  <cp:lastModifiedBy/>
  <dcterms:modified xsi:type="dcterms:W3CDTF">2026-01-26T16:33:15Z</dcterms:modified>
  <cp:revision>7</cp:revision>
  <dc:subject/>
  <dc:title/>
</cp:coreProperties>
</file>

<file path=docProps/custom.xml><?xml version="1.0" encoding="utf-8"?>
<Properties xmlns="http://schemas.openxmlformats.org/officeDocument/2006/custom-properties" xmlns:vt="http://schemas.openxmlformats.org/officeDocument/2006/docPropsVTypes"/>
</file>