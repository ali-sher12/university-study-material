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91" r:id="rId4"/>
    <p:sldId id="29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7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3" r:id="rId32"/>
    <p:sldId id="273" r:id="rId33"/>
    <p:sldId id="274" r:id="rId34"/>
    <p:sldId id="275" r:id="rId35"/>
    <p:sldId id="276" r:id="rId36"/>
    <p:sldId id="287" r:id="rId37"/>
    <p:sldId id="2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14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9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4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7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3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5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3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7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5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6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0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8E00B-BC42-44EE-9F6C-B9C5565EA52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4BE5A-BAE7-47CB-898E-CE7E74D29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2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Week 7-8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LL(1) Parser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77052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LL(1) Parser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772" y="1825625"/>
            <a:ext cx="8586685" cy="32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0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9451" y="4078333"/>
            <a:ext cx="9480839" cy="17263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75" y="1946366"/>
            <a:ext cx="7895715" cy="213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6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402" y="2599510"/>
            <a:ext cx="6348619" cy="158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609444" cy="617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5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588" y="533400"/>
            <a:ext cx="10641874" cy="55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6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920" y="751087"/>
            <a:ext cx="7428937" cy="542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8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70263"/>
            <a:ext cx="4277666" cy="2206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991" y="470263"/>
            <a:ext cx="6487685" cy="579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2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710" y="1818978"/>
            <a:ext cx="5871209" cy="28772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8979"/>
            <a:ext cx="5405438" cy="295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2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73" y="1967797"/>
            <a:ext cx="4222083" cy="16534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66" y="1787549"/>
            <a:ext cx="7100267" cy="437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4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no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983" y="1918321"/>
            <a:ext cx="7399292" cy="34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4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1291" y="1995056"/>
            <a:ext cx="7341721" cy="263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6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7703" y="2274884"/>
            <a:ext cx="5820047" cy="309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9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Follow Set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397" y="838200"/>
            <a:ext cx="1195320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3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992" y="724037"/>
            <a:ext cx="10839699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7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69" y="1690688"/>
            <a:ext cx="7550982" cy="25678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576" y="1586185"/>
            <a:ext cx="4381500" cy="385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5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0999"/>
            <a:ext cx="5950948" cy="26538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11" y="1259613"/>
            <a:ext cx="7341325" cy="554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9977" y="1558186"/>
            <a:ext cx="9353006" cy="491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1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8257" y="2129246"/>
            <a:ext cx="8628213" cy="342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3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493" y="1825625"/>
            <a:ext cx="91630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8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836" y="2259875"/>
            <a:ext cx="6704039" cy="231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8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767" y="2446468"/>
            <a:ext cx="5811746" cy="279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5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619" y="1798978"/>
            <a:ext cx="8240895" cy="425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1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6914" y="1601373"/>
            <a:ext cx="8353699" cy="430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2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266" y="2103120"/>
            <a:ext cx="9492802" cy="389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1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4118" y="1554480"/>
            <a:ext cx="9347103" cy="406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Problems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61" y="1582950"/>
            <a:ext cx="8116252" cy="407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2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872" y="1789612"/>
            <a:ext cx="9133784" cy="42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347" y="1690688"/>
            <a:ext cx="9543212" cy="34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41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879" y="1881051"/>
            <a:ext cx="8443647" cy="329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1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855" y="444136"/>
            <a:ext cx="1172114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0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Constructing LL(1) Table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1440" y="2103119"/>
            <a:ext cx="12263440" cy="210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7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659" y="1520871"/>
            <a:ext cx="8822531" cy="366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1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and follow sets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928" y="1867988"/>
            <a:ext cx="9232531" cy="359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Parsing Table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7417" y="467087"/>
            <a:ext cx="7935302" cy="628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0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LL(1) Grammar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112" y="2210594"/>
            <a:ext cx="65817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12840</TotalTime>
  <Words>51</Words>
  <Application>Microsoft Office PowerPoint</Application>
  <PresentationFormat>Widescreen</PresentationFormat>
  <Paragraphs>30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Week 7-8</vt:lpstr>
      <vt:lpstr>LL(1) Parser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</vt:lpstr>
      <vt:lpstr>Solution</vt:lpstr>
      <vt:lpstr>Example no 2</vt:lpstr>
      <vt:lpstr>Solution 2</vt:lpstr>
      <vt:lpstr>Examples</vt:lpstr>
      <vt:lpstr>Follow Set</vt:lpstr>
      <vt:lpstr>PowerPoint Presentation</vt:lpstr>
      <vt:lpstr>Example</vt:lpstr>
      <vt:lpstr>Solution</vt:lpstr>
      <vt:lpstr>Example 2</vt:lpstr>
      <vt:lpstr>Solution</vt:lpstr>
      <vt:lpstr>Example 3</vt:lpstr>
      <vt:lpstr>Solution</vt:lpstr>
      <vt:lpstr>Examples</vt:lpstr>
      <vt:lpstr>Examples</vt:lpstr>
      <vt:lpstr>Solution</vt:lpstr>
      <vt:lpstr>Example</vt:lpstr>
      <vt:lpstr>PowerPoint Presentation</vt:lpstr>
      <vt:lpstr>Example Problems</vt:lpstr>
      <vt:lpstr>Solution</vt:lpstr>
      <vt:lpstr>Problem</vt:lpstr>
      <vt:lpstr>Solution</vt:lpstr>
      <vt:lpstr>PowerPoint Presentation</vt:lpstr>
      <vt:lpstr>Constructing LL(1) Table</vt:lpstr>
      <vt:lpstr>Example</vt:lpstr>
      <vt:lpstr>First and follow sets</vt:lpstr>
      <vt:lpstr>Parsing Table</vt:lpstr>
      <vt:lpstr>LL(1) Grammar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Moazzam Ali</dc:creator>
  <cp:lastModifiedBy>Moazzam Ali</cp:lastModifiedBy>
  <cp:revision>27</cp:revision>
  <dcterms:created xsi:type="dcterms:W3CDTF">2025-02-26T04:36:08Z</dcterms:created>
  <dcterms:modified xsi:type="dcterms:W3CDTF">2025-03-09T03:42:25Z</dcterms:modified>
</cp:coreProperties>
</file>